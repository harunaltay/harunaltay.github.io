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9"/>
  </p:notesMasterIdLst>
  <p:sldIdLst>
    <p:sldId id="256" r:id="rId2"/>
    <p:sldId id="309" r:id="rId3"/>
    <p:sldId id="310" r:id="rId4"/>
    <p:sldId id="257" r:id="rId5"/>
    <p:sldId id="305" r:id="rId6"/>
    <p:sldId id="259" r:id="rId7"/>
    <p:sldId id="319" r:id="rId8"/>
    <p:sldId id="311" r:id="rId9"/>
    <p:sldId id="314" r:id="rId10"/>
    <p:sldId id="313" r:id="rId11"/>
    <p:sldId id="312" r:id="rId12"/>
    <p:sldId id="303" r:id="rId13"/>
    <p:sldId id="260" r:id="rId14"/>
    <p:sldId id="261" r:id="rId15"/>
    <p:sldId id="262" r:id="rId16"/>
    <p:sldId id="263" r:id="rId17"/>
    <p:sldId id="264" r:id="rId18"/>
    <p:sldId id="288" r:id="rId19"/>
    <p:sldId id="287" r:id="rId20"/>
    <p:sldId id="286" r:id="rId21"/>
    <p:sldId id="289" r:id="rId22"/>
    <p:sldId id="285" r:id="rId23"/>
    <p:sldId id="265" r:id="rId24"/>
    <p:sldId id="306" r:id="rId25"/>
    <p:sldId id="307" r:id="rId26"/>
    <p:sldId id="304" r:id="rId27"/>
    <p:sldId id="266" r:id="rId28"/>
    <p:sldId id="293" r:id="rId29"/>
    <p:sldId id="294" r:id="rId30"/>
    <p:sldId id="300" r:id="rId31"/>
    <p:sldId id="267" r:id="rId32"/>
    <p:sldId id="268" r:id="rId33"/>
    <p:sldId id="269" r:id="rId34"/>
    <p:sldId id="290" r:id="rId35"/>
    <p:sldId id="291" r:id="rId36"/>
    <p:sldId id="292" r:id="rId37"/>
    <p:sldId id="302" r:id="rId38"/>
    <p:sldId id="271" r:id="rId39"/>
    <p:sldId id="317" r:id="rId40"/>
    <p:sldId id="295" r:id="rId41"/>
    <p:sldId id="296" r:id="rId42"/>
    <p:sldId id="297" r:id="rId43"/>
    <p:sldId id="298" r:id="rId44"/>
    <p:sldId id="316" r:id="rId45"/>
    <p:sldId id="272" r:id="rId46"/>
    <p:sldId id="301" r:id="rId47"/>
    <p:sldId id="318" r:id="rId4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35DF57-3FE7-4AA0-8906-4278BEEDDB68}" v="15" dt="2026-09-25T06:58:35.646"/>
    <p1510:client id="{49D3FE0B-4A36-465A-AF45-8A618CB88543}" v="35" dt="2026-09-25T05:21:11.4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08" autoAdjust="0"/>
    <p:restoredTop sz="94660"/>
  </p:normalViewPr>
  <p:slideViewPr>
    <p:cSldViewPr snapToGrid="0">
      <p:cViewPr varScale="1">
        <p:scale>
          <a:sx n="95" d="100"/>
          <a:sy n="95" d="100"/>
        </p:scale>
        <p:origin x="90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un Altay" userId="9168d07a8c73380f" providerId="LiveId" clId="{1E298E47-9B33-4BED-B5D2-D85BBBE36CCC}"/>
    <pc:docChg chg="undo redo custSel addSld delSld modSld sldOrd">
      <pc:chgData name="Harun Altay" userId="9168d07a8c73380f" providerId="LiveId" clId="{1E298E47-9B33-4BED-B5D2-D85BBBE36CCC}" dt="2026-09-25T07:19:22.700" v="8404" actId="6549"/>
      <pc:docMkLst>
        <pc:docMk/>
      </pc:docMkLst>
      <pc:sldChg chg="addSp delSp modSp mod">
        <pc:chgData name="Harun Altay" userId="9168d07a8c73380f" providerId="LiveId" clId="{1E298E47-9B33-4BED-B5D2-D85BBBE36CCC}" dt="2026-09-25T07:19:22.700" v="8404" actId="6549"/>
        <pc:sldMkLst>
          <pc:docMk/>
          <pc:sldMk cId="2883870081" sldId="256"/>
        </pc:sldMkLst>
        <pc:spChg chg="mod">
          <ac:chgData name="Harun Altay" userId="9168d07a8c73380f" providerId="LiveId" clId="{1E298E47-9B33-4BED-B5D2-D85BBBE36CCC}" dt="2026-09-22T14:42:53.635" v="4962" actId="1035"/>
          <ac:spMkLst>
            <pc:docMk/>
            <pc:sldMk cId="2883870081" sldId="256"/>
            <ac:spMk id="2" creationId="{CE55D672-636B-D8D9-E491-AC9288A98081}"/>
          </ac:spMkLst>
        </pc:spChg>
        <pc:spChg chg="mod">
          <ac:chgData name="Harun Altay" userId="9168d07a8c73380f" providerId="LiveId" clId="{1E298E47-9B33-4BED-B5D2-D85BBBE36CCC}" dt="2026-09-25T07:19:22.700" v="8404" actId="6549"/>
          <ac:spMkLst>
            <pc:docMk/>
            <pc:sldMk cId="2883870081" sldId="256"/>
            <ac:spMk id="3" creationId="{B6A635C0-DEFB-7FD9-6741-C755FFF7E151}"/>
          </ac:spMkLst>
        </pc:spChg>
        <pc:spChg chg="add mod">
          <ac:chgData name="Harun Altay" userId="9168d07a8c73380f" providerId="LiveId" clId="{1E298E47-9B33-4BED-B5D2-D85BBBE36CCC}" dt="2026-09-22T14:43:02.811" v="5000" actId="1036"/>
          <ac:spMkLst>
            <pc:docMk/>
            <pc:sldMk cId="2883870081" sldId="256"/>
            <ac:spMk id="4" creationId="{87525983-7962-B133-6799-82B77BCAB76A}"/>
          </ac:spMkLst>
        </pc:spChg>
        <pc:spChg chg="add del mod">
          <ac:chgData name="Harun Altay" userId="9168d07a8c73380f" providerId="LiveId" clId="{1E298E47-9B33-4BED-B5D2-D85BBBE36CCC}" dt="2026-09-25T00:01:34.815" v="6409"/>
          <ac:spMkLst>
            <pc:docMk/>
            <pc:sldMk cId="2883870081" sldId="256"/>
            <ac:spMk id="5" creationId="{CF7B5218-100B-D9FF-D538-1BE2220C6892}"/>
          </ac:spMkLst>
        </pc:spChg>
        <pc:spChg chg="add del mod">
          <ac:chgData name="Harun Altay" userId="9168d07a8c73380f" providerId="LiveId" clId="{1E298E47-9B33-4BED-B5D2-D85BBBE36CCC}" dt="2026-09-25T00:01:37.368" v="6412"/>
          <ac:spMkLst>
            <pc:docMk/>
            <pc:sldMk cId="2883870081" sldId="256"/>
            <ac:spMk id="7" creationId="{4A5BEDB6-DDAE-FF56-F93D-73B28E3F0063}"/>
          </ac:spMkLst>
        </pc:spChg>
        <pc:picChg chg="add mod">
          <ac:chgData name="Harun Altay" userId="9168d07a8c73380f" providerId="LiveId" clId="{1E298E47-9B33-4BED-B5D2-D85BBBE36CCC}" dt="2026-09-25T00:00:29.759" v="6347" actId="1038"/>
          <ac:picMkLst>
            <pc:docMk/>
            <pc:sldMk cId="2883870081" sldId="256"/>
            <ac:picMk id="6" creationId="{0FDA4948-69C5-C5E9-DFBE-933049391CCD}"/>
          </ac:picMkLst>
        </pc:picChg>
      </pc:sldChg>
      <pc:sldChg chg="addSp delSp modSp mod ord">
        <pc:chgData name="Harun Altay" userId="9168d07a8c73380f" providerId="LiveId" clId="{1E298E47-9B33-4BED-B5D2-D85BBBE36CCC}" dt="2026-09-24T23:53:28.938" v="6009" actId="1076"/>
        <pc:sldMkLst>
          <pc:docMk/>
          <pc:sldMk cId="2985869403" sldId="257"/>
        </pc:sldMkLst>
        <pc:spChg chg="mod">
          <ac:chgData name="Harun Altay" userId="9168d07a8c73380f" providerId="LiveId" clId="{1E298E47-9B33-4BED-B5D2-D85BBBE36CCC}" dt="2026-09-24T23:53:28.938" v="6009" actId="1076"/>
          <ac:spMkLst>
            <pc:docMk/>
            <pc:sldMk cId="2985869403" sldId="257"/>
            <ac:spMk id="2" creationId="{BA413A63-67E2-300B-1344-FB5F0B93533B}"/>
          </ac:spMkLst>
        </pc:spChg>
        <pc:spChg chg="del mod">
          <ac:chgData name="Harun Altay" userId="9168d07a8c73380f" providerId="LiveId" clId="{1E298E47-9B33-4BED-B5D2-D85BBBE36CCC}" dt="2026-09-24T08:26:56.408" v="5396" actId="478"/>
          <ac:spMkLst>
            <pc:docMk/>
            <pc:sldMk cId="2985869403" sldId="257"/>
            <ac:spMk id="3" creationId="{E4081E46-106F-86C7-0846-F3E4C6E23297}"/>
          </ac:spMkLst>
        </pc:spChg>
        <pc:picChg chg="add mod">
          <ac:chgData name="Harun Altay" userId="9168d07a8c73380f" providerId="LiveId" clId="{1E298E47-9B33-4BED-B5D2-D85BBBE36CCC}" dt="2026-09-24T08:27:12.217" v="5400" actId="1076"/>
          <ac:picMkLst>
            <pc:docMk/>
            <pc:sldMk cId="2985869403" sldId="257"/>
            <ac:picMk id="5" creationId="{FDEC545F-0C7C-0E1E-1B05-1376993D4920}"/>
          </ac:picMkLst>
        </pc:picChg>
      </pc:sldChg>
      <pc:sldChg chg="addSp delSp modSp add del mod ord">
        <pc:chgData name="Harun Altay" userId="9168d07a8c73380f" providerId="LiveId" clId="{1E298E47-9B33-4BED-B5D2-D85BBBE36CCC}" dt="2026-09-25T06:26:34.959" v="7537" actId="47"/>
        <pc:sldMkLst>
          <pc:docMk/>
          <pc:sldMk cId="2385758329" sldId="258"/>
        </pc:sldMkLst>
      </pc:sldChg>
      <pc:sldChg chg="modSp add mod ord">
        <pc:chgData name="Harun Altay" userId="9168d07a8c73380f" providerId="LiveId" clId="{1E298E47-9B33-4BED-B5D2-D85BBBE36CCC}" dt="2026-09-25T07:12:41.411" v="8388" actId="20577"/>
        <pc:sldMkLst>
          <pc:docMk/>
          <pc:sldMk cId="1790205340" sldId="259"/>
        </pc:sldMkLst>
        <pc:spChg chg="mod">
          <ac:chgData name="Harun Altay" userId="9168d07a8c73380f" providerId="LiveId" clId="{1E298E47-9B33-4BED-B5D2-D85BBBE36CCC}" dt="2026-09-21T10:53:44.101" v="1628"/>
          <ac:spMkLst>
            <pc:docMk/>
            <pc:sldMk cId="1790205340" sldId="259"/>
            <ac:spMk id="2" creationId="{4F7F74FF-0458-4A70-9889-9A301B1D2A0C}"/>
          </ac:spMkLst>
        </pc:spChg>
        <pc:spChg chg="mod">
          <ac:chgData name="Harun Altay" userId="9168d07a8c73380f" providerId="LiveId" clId="{1E298E47-9B33-4BED-B5D2-D85BBBE36CCC}" dt="2026-09-25T07:12:41.411" v="8388" actId="20577"/>
          <ac:spMkLst>
            <pc:docMk/>
            <pc:sldMk cId="1790205340" sldId="259"/>
            <ac:spMk id="3" creationId="{FF481CC2-0E24-822C-166F-C0A82E72999D}"/>
          </ac:spMkLst>
        </pc:spChg>
      </pc:sldChg>
      <pc:sldChg chg="modSp add mod">
        <pc:chgData name="Harun Altay" userId="9168d07a8c73380f" providerId="LiveId" clId="{1E298E47-9B33-4BED-B5D2-D85BBBE36CCC}" dt="2026-09-23T15:40:25.012" v="5357" actId="20577"/>
        <pc:sldMkLst>
          <pc:docMk/>
          <pc:sldMk cId="2801110564" sldId="260"/>
        </pc:sldMkLst>
        <pc:spChg chg="mod">
          <ac:chgData name="Harun Altay" userId="9168d07a8c73380f" providerId="LiveId" clId="{1E298E47-9B33-4BED-B5D2-D85BBBE36CCC}" dt="2026-09-21T11:39:41.772" v="2090" actId="20577"/>
          <ac:spMkLst>
            <pc:docMk/>
            <pc:sldMk cId="2801110564" sldId="260"/>
            <ac:spMk id="2" creationId="{B98B078F-EBC7-4941-1C56-F3A34E7E5EC1}"/>
          </ac:spMkLst>
        </pc:spChg>
        <pc:spChg chg="mod">
          <ac:chgData name="Harun Altay" userId="9168d07a8c73380f" providerId="LiveId" clId="{1E298E47-9B33-4BED-B5D2-D85BBBE36CCC}" dt="2026-09-23T15:40:25.012" v="5357" actId="20577"/>
          <ac:spMkLst>
            <pc:docMk/>
            <pc:sldMk cId="2801110564" sldId="260"/>
            <ac:spMk id="3" creationId="{C146C788-6FA4-FE25-FA52-8733CEB76085}"/>
          </ac:spMkLst>
        </pc:spChg>
      </pc:sldChg>
      <pc:sldChg chg="modSp add mod">
        <pc:chgData name="Harun Altay" userId="9168d07a8c73380f" providerId="LiveId" clId="{1E298E47-9B33-4BED-B5D2-D85BBBE36CCC}" dt="2026-09-21T12:03:17.683" v="2612" actId="20577"/>
        <pc:sldMkLst>
          <pc:docMk/>
          <pc:sldMk cId="949275794" sldId="261"/>
        </pc:sldMkLst>
        <pc:spChg chg="mod">
          <ac:chgData name="Harun Altay" userId="9168d07a8c73380f" providerId="LiveId" clId="{1E298E47-9B33-4BED-B5D2-D85BBBE36CCC}" dt="2026-09-21T10:55:14.632" v="1640"/>
          <ac:spMkLst>
            <pc:docMk/>
            <pc:sldMk cId="949275794" sldId="261"/>
            <ac:spMk id="2" creationId="{6D585871-C68B-A85A-8DDE-8CF6FD20916B}"/>
          </ac:spMkLst>
        </pc:spChg>
        <pc:spChg chg="mod">
          <ac:chgData name="Harun Altay" userId="9168d07a8c73380f" providerId="LiveId" clId="{1E298E47-9B33-4BED-B5D2-D85BBBE36CCC}" dt="2026-09-21T12:03:17.683" v="2612" actId="20577"/>
          <ac:spMkLst>
            <pc:docMk/>
            <pc:sldMk cId="949275794" sldId="261"/>
            <ac:spMk id="3" creationId="{7B9288ED-255E-ED2A-9912-2EB78644BE2F}"/>
          </ac:spMkLst>
        </pc:spChg>
      </pc:sldChg>
      <pc:sldChg chg="modSp add mod">
        <pc:chgData name="Harun Altay" userId="9168d07a8c73380f" providerId="LiveId" clId="{1E298E47-9B33-4BED-B5D2-D85BBBE36CCC}" dt="2026-09-22T11:32:23.521" v="4366" actId="20577"/>
        <pc:sldMkLst>
          <pc:docMk/>
          <pc:sldMk cId="2235574859" sldId="262"/>
        </pc:sldMkLst>
        <pc:spChg chg="mod">
          <ac:chgData name="Harun Altay" userId="9168d07a8c73380f" providerId="LiveId" clId="{1E298E47-9B33-4BED-B5D2-D85BBBE36CCC}" dt="2026-09-21T10:58:16.596" v="1657"/>
          <ac:spMkLst>
            <pc:docMk/>
            <pc:sldMk cId="2235574859" sldId="262"/>
            <ac:spMk id="2" creationId="{B2FD570C-0308-3505-8C30-2882E1E89A91}"/>
          </ac:spMkLst>
        </pc:spChg>
        <pc:spChg chg="mod">
          <ac:chgData name="Harun Altay" userId="9168d07a8c73380f" providerId="LiveId" clId="{1E298E47-9B33-4BED-B5D2-D85BBBE36CCC}" dt="2026-09-22T11:32:23.521" v="4366" actId="20577"/>
          <ac:spMkLst>
            <pc:docMk/>
            <pc:sldMk cId="2235574859" sldId="262"/>
            <ac:spMk id="3" creationId="{E98057F3-8466-6496-4F84-DE364F7E3276}"/>
          </ac:spMkLst>
        </pc:spChg>
      </pc:sldChg>
      <pc:sldChg chg="addSp delSp modSp add mod">
        <pc:chgData name="Harun Altay" userId="9168d07a8c73380f" providerId="LiveId" clId="{1E298E47-9B33-4BED-B5D2-D85BBBE36CCC}" dt="2026-09-22T14:54:22.371" v="5104" actId="1036"/>
        <pc:sldMkLst>
          <pc:docMk/>
          <pc:sldMk cId="4194295122" sldId="263"/>
        </pc:sldMkLst>
        <pc:spChg chg="mod">
          <ac:chgData name="Harun Altay" userId="9168d07a8c73380f" providerId="LiveId" clId="{1E298E47-9B33-4BED-B5D2-D85BBBE36CCC}" dt="2026-09-22T14:52:39.331" v="5072" actId="14100"/>
          <ac:spMkLst>
            <pc:docMk/>
            <pc:sldMk cId="4194295122" sldId="263"/>
            <ac:spMk id="2" creationId="{820EFE7C-7F45-A211-FEBB-B04B3AAC4E50}"/>
          </ac:spMkLst>
        </pc:spChg>
        <pc:spChg chg="mod">
          <ac:chgData name="Harun Altay" userId="9168d07a8c73380f" providerId="LiveId" clId="{1E298E47-9B33-4BED-B5D2-D85BBBE36CCC}" dt="2026-09-22T14:51:12.630" v="5027" actId="14100"/>
          <ac:spMkLst>
            <pc:docMk/>
            <pc:sldMk cId="4194295122" sldId="263"/>
            <ac:spMk id="3" creationId="{7F07334D-5B89-B130-F977-761703CEAA10}"/>
          </ac:spMkLst>
        </pc:spChg>
        <pc:picChg chg="add mod">
          <ac:chgData name="Harun Altay" userId="9168d07a8c73380f" providerId="LiveId" clId="{1E298E47-9B33-4BED-B5D2-D85BBBE36CCC}" dt="2026-09-22T14:54:22.371" v="5104" actId="1036"/>
          <ac:picMkLst>
            <pc:docMk/>
            <pc:sldMk cId="4194295122" sldId="263"/>
            <ac:picMk id="7" creationId="{A9C5997B-231D-2423-0266-9F837819B9FD}"/>
          </ac:picMkLst>
        </pc:picChg>
      </pc:sldChg>
      <pc:sldChg chg="modSp add mod">
        <pc:chgData name="Harun Altay" userId="9168d07a8c73380f" providerId="LiveId" clId="{1E298E47-9B33-4BED-B5D2-D85BBBE36CCC}" dt="2026-09-22T11:31:11.124" v="4361" actId="20577"/>
        <pc:sldMkLst>
          <pc:docMk/>
          <pc:sldMk cId="3944189429" sldId="264"/>
        </pc:sldMkLst>
        <pc:spChg chg="mod">
          <ac:chgData name="Harun Altay" userId="9168d07a8c73380f" providerId="LiveId" clId="{1E298E47-9B33-4BED-B5D2-D85BBBE36CCC}" dt="2026-09-21T11:00:15.938" v="1662"/>
          <ac:spMkLst>
            <pc:docMk/>
            <pc:sldMk cId="3944189429" sldId="264"/>
            <ac:spMk id="2" creationId="{1F2939D9-FE5D-98F1-214B-9E92DA6327F0}"/>
          </ac:spMkLst>
        </pc:spChg>
        <pc:spChg chg="mod">
          <ac:chgData name="Harun Altay" userId="9168d07a8c73380f" providerId="LiveId" clId="{1E298E47-9B33-4BED-B5D2-D85BBBE36CCC}" dt="2026-09-22T11:31:11.124" v="4361" actId="20577"/>
          <ac:spMkLst>
            <pc:docMk/>
            <pc:sldMk cId="3944189429" sldId="264"/>
            <ac:spMk id="3" creationId="{4BE6F625-68B2-903D-497F-17367A8B8D8C}"/>
          </ac:spMkLst>
        </pc:spChg>
      </pc:sldChg>
      <pc:sldChg chg="addSp delSp modSp add mod">
        <pc:chgData name="Harun Altay" userId="9168d07a8c73380f" providerId="LiveId" clId="{1E298E47-9B33-4BED-B5D2-D85BBBE36CCC}" dt="2026-09-24T08:36:01.955" v="5489"/>
        <pc:sldMkLst>
          <pc:docMk/>
          <pc:sldMk cId="3119906065" sldId="265"/>
        </pc:sldMkLst>
        <pc:spChg chg="mod">
          <ac:chgData name="Harun Altay" userId="9168d07a8c73380f" providerId="LiveId" clId="{1E298E47-9B33-4BED-B5D2-D85BBBE36CCC}" dt="2026-09-24T08:35:45.985" v="5486" actId="20577"/>
          <ac:spMkLst>
            <pc:docMk/>
            <pc:sldMk cId="3119906065" sldId="265"/>
            <ac:spMk id="2" creationId="{2D535D6C-B3B8-F147-AD86-53E1AF9C252F}"/>
          </ac:spMkLst>
        </pc:spChg>
        <pc:spChg chg="del mod">
          <ac:chgData name="Harun Altay" userId="9168d07a8c73380f" providerId="LiveId" clId="{1E298E47-9B33-4BED-B5D2-D85BBBE36CCC}" dt="2026-09-24T08:33:26.159" v="5436"/>
          <ac:spMkLst>
            <pc:docMk/>
            <pc:sldMk cId="3119906065" sldId="265"/>
            <ac:spMk id="3" creationId="{D2423751-8CFE-AB2F-3035-615CA5631B02}"/>
          </ac:spMkLst>
        </pc:spChg>
        <pc:spChg chg="add del mod">
          <ac:chgData name="Harun Altay" userId="9168d07a8c73380f" providerId="LiveId" clId="{1E298E47-9B33-4BED-B5D2-D85BBBE36CCC}" dt="2026-09-24T08:36:01.955" v="5489"/>
          <ac:spMkLst>
            <pc:docMk/>
            <pc:sldMk cId="3119906065" sldId="265"/>
            <ac:spMk id="6" creationId="{7C28A9F4-CBE3-2132-EC3F-762D0C538C29}"/>
          </ac:spMkLst>
        </pc:spChg>
        <pc:picChg chg="add mod ord">
          <ac:chgData name="Harun Altay" userId="9168d07a8c73380f" providerId="LiveId" clId="{1E298E47-9B33-4BED-B5D2-D85BBBE36CCC}" dt="2026-09-24T08:36:00.386" v="5487" actId="14100"/>
          <ac:picMkLst>
            <pc:docMk/>
            <pc:sldMk cId="3119906065" sldId="265"/>
            <ac:picMk id="5" creationId="{C0480FD2-057B-B920-BA22-97EBA1B4BA73}"/>
          </ac:picMkLst>
        </pc:picChg>
      </pc:sldChg>
      <pc:sldChg chg="addSp delSp modSp add mod">
        <pc:chgData name="Harun Altay" userId="9168d07a8c73380f" providerId="LiveId" clId="{1E298E47-9B33-4BED-B5D2-D85BBBE36CCC}" dt="2026-09-22T05:34:15.805" v="3712" actId="1076"/>
        <pc:sldMkLst>
          <pc:docMk/>
          <pc:sldMk cId="609196615" sldId="266"/>
        </pc:sldMkLst>
        <pc:spChg chg="mod">
          <ac:chgData name="Harun Altay" userId="9168d07a8c73380f" providerId="LiveId" clId="{1E298E47-9B33-4BED-B5D2-D85BBBE36CCC}" dt="2026-09-21T11:03:36.705" v="1680"/>
          <ac:spMkLst>
            <pc:docMk/>
            <pc:sldMk cId="609196615" sldId="266"/>
            <ac:spMk id="2" creationId="{6C51B030-A99D-7799-EA19-159316BC46DA}"/>
          </ac:spMkLst>
        </pc:spChg>
        <pc:spChg chg="add mod">
          <ac:chgData name="Harun Altay" userId="9168d07a8c73380f" providerId="LiveId" clId="{1E298E47-9B33-4BED-B5D2-D85BBBE36CCC}" dt="2026-09-22T05:34:15.805" v="3712" actId="1076"/>
          <ac:spMkLst>
            <pc:docMk/>
            <pc:sldMk cId="609196615" sldId="266"/>
            <ac:spMk id="4" creationId="{D70B57A6-D080-5B67-A1AB-199DF1C60F12}"/>
          </ac:spMkLst>
        </pc:spChg>
        <pc:spChg chg="add mod">
          <ac:chgData name="Harun Altay" userId="9168d07a8c73380f" providerId="LiveId" clId="{1E298E47-9B33-4BED-B5D2-D85BBBE36CCC}" dt="2026-09-22T05:33:33.923" v="3709"/>
          <ac:spMkLst>
            <pc:docMk/>
            <pc:sldMk cId="609196615" sldId="266"/>
            <ac:spMk id="5" creationId="{A683C778-5789-7E44-E510-2E86EA0DC103}"/>
          </ac:spMkLst>
        </pc:spChg>
        <pc:spChg chg="add mod">
          <ac:chgData name="Harun Altay" userId="9168d07a8c73380f" providerId="LiveId" clId="{1E298E47-9B33-4BED-B5D2-D85BBBE36CCC}" dt="2026-09-22T05:33:47.685" v="3711" actId="6549"/>
          <ac:spMkLst>
            <pc:docMk/>
            <pc:sldMk cId="609196615" sldId="266"/>
            <ac:spMk id="6" creationId="{C285EDBB-11EC-C7CB-7875-716FC198682B}"/>
          </ac:spMkLst>
        </pc:spChg>
      </pc:sldChg>
      <pc:sldChg chg="addSp modSp add mod">
        <pc:chgData name="Harun Altay" userId="9168d07a8c73380f" providerId="LiveId" clId="{1E298E47-9B33-4BED-B5D2-D85BBBE36CCC}" dt="2026-09-22T07:58:09.657" v="3768" actId="27636"/>
        <pc:sldMkLst>
          <pc:docMk/>
          <pc:sldMk cId="2604940117" sldId="267"/>
        </pc:sldMkLst>
        <pc:spChg chg="mod">
          <ac:chgData name="Harun Altay" userId="9168d07a8c73380f" providerId="LiveId" clId="{1E298E47-9B33-4BED-B5D2-D85BBBE36CCC}" dt="2026-09-21T11:04:40.218" v="1684"/>
          <ac:spMkLst>
            <pc:docMk/>
            <pc:sldMk cId="2604940117" sldId="267"/>
            <ac:spMk id="2" creationId="{0E10DA56-AA8C-821D-A8B3-515120A48F88}"/>
          </ac:spMkLst>
        </pc:spChg>
        <pc:spChg chg="mod">
          <ac:chgData name="Harun Altay" userId="9168d07a8c73380f" providerId="LiveId" clId="{1E298E47-9B33-4BED-B5D2-D85BBBE36CCC}" dt="2026-09-22T07:58:09.657" v="3768" actId="27636"/>
          <ac:spMkLst>
            <pc:docMk/>
            <pc:sldMk cId="2604940117" sldId="267"/>
            <ac:spMk id="3" creationId="{D1484C6A-7C95-B02E-C928-DE104CA2F4B5}"/>
          </ac:spMkLst>
        </pc:spChg>
        <pc:spChg chg="add mod">
          <ac:chgData name="Harun Altay" userId="9168d07a8c73380f" providerId="LiveId" clId="{1E298E47-9B33-4BED-B5D2-D85BBBE36CCC}" dt="2026-09-22T07:52:22.499" v="3718" actId="20577"/>
          <ac:spMkLst>
            <pc:docMk/>
            <pc:sldMk cId="2604940117" sldId="267"/>
            <ac:spMk id="4" creationId="{1C328822-A1CB-AD45-AF81-580B7977A646}"/>
          </ac:spMkLst>
        </pc:spChg>
      </pc:sldChg>
      <pc:sldChg chg="addSp modSp add mod">
        <pc:chgData name="Harun Altay" userId="9168d07a8c73380f" providerId="LiveId" clId="{1E298E47-9B33-4BED-B5D2-D85BBBE36CCC}" dt="2026-09-22T15:00:53.659" v="5189" actId="14100"/>
        <pc:sldMkLst>
          <pc:docMk/>
          <pc:sldMk cId="43303388" sldId="268"/>
        </pc:sldMkLst>
        <pc:spChg chg="mod">
          <ac:chgData name="Harun Altay" userId="9168d07a8c73380f" providerId="LiveId" clId="{1E298E47-9B33-4BED-B5D2-D85BBBE36CCC}" dt="2026-09-22T15:00:03.303" v="5185" actId="14100"/>
          <ac:spMkLst>
            <pc:docMk/>
            <pc:sldMk cId="43303388" sldId="268"/>
            <ac:spMk id="2" creationId="{C534FDA7-F7D4-1735-FD98-46165CB9EC21}"/>
          </ac:spMkLst>
        </pc:spChg>
        <pc:spChg chg="mod">
          <ac:chgData name="Harun Altay" userId="9168d07a8c73380f" providerId="LiveId" clId="{1E298E47-9B33-4BED-B5D2-D85BBBE36CCC}" dt="2026-09-22T15:00:53.659" v="5189" actId="14100"/>
          <ac:spMkLst>
            <pc:docMk/>
            <pc:sldMk cId="43303388" sldId="268"/>
            <ac:spMk id="3" creationId="{F5EC1ACD-F196-91F8-3E89-54BD15E2BE2A}"/>
          </ac:spMkLst>
        </pc:spChg>
        <pc:picChg chg="add mod">
          <ac:chgData name="Harun Altay" userId="9168d07a8c73380f" providerId="LiveId" clId="{1E298E47-9B33-4BED-B5D2-D85BBBE36CCC}" dt="2026-09-22T14:59:46.186" v="5181" actId="1076"/>
          <ac:picMkLst>
            <pc:docMk/>
            <pc:sldMk cId="43303388" sldId="268"/>
            <ac:picMk id="5" creationId="{30C19AFE-6D06-4F3D-44B6-24C61F0BC5E9}"/>
          </ac:picMkLst>
        </pc:picChg>
      </pc:sldChg>
      <pc:sldChg chg="addSp modSp add mod">
        <pc:chgData name="Harun Altay" userId="9168d07a8c73380f" providerId="LiveId" clId="{1E298E47-9B33-4BED-B5D2-D85BBBE36CCC}" dt="2026-09-23T15:25:18.578" v="5327" actId="1037"/>
        <pc:sldMkLst>
          <pc:docMk/>
          <pc:sldMk cId="4290935273" sldId="269"/>
        </pc:sldMkLst>
        <pc:spChg chg="mod">
          <ac:chgData name="Harun Altay" userId="9168d07a8c73380f" providerId="LiveId" clId="{1E298E47-9B33-4BED-B5D2-D85BBBE36CCC}" dt="2026-09-23T15:15:46.236" v="5243" actId="14100"/>
          <ac:spMkLst>
            <pc:docMk/>
            <pc:sldMk cId="4290935273" sldId="269"/>
            <ac:spMk id="2" creationId="{A6CE3879-5FD9-CCD7-9ED0-B130AB7BBAF9}"/>
          </ac:spMkLst>
        </pc:spChg>
        <pc:spChg chg="mod">
          <ac:chgData name="Harun Altay" userId="9168d07a8c73380f" providerId="LiveId" clId="{1E298E47-9B33-4BED-B5D2-D85BBBE36CCC}" dt="2026-09-22T12:12:47.052" v="4531" actId="14100"/>
          <ac:spMkLst>
            <pc:docMk/>
            <pc:sldMk cId="4290935273" sldId="269"/>
            <ac:spMk id="3" creationId="{0B73B38A-022C-7A55-3A0C-EAE2BFD25ED9}"/>
          </ac:spMkLst>
        </pc:spChg>
        <pc:picChg chg="add mod">
          <ac:chgData name="Harun Altay" userId="9168d07a8c73380f" providerId="LiveId" clId="{1E298E47-9B33-4BED-B5D2-D85BBBE36CCC}" dt="2026-09-23T15:25:18.578" v="5327" actId="1037"/>
          <ac:picMkLst>
            <pc:docMk/>
            <pc:sldMk cId="4290935273" sldId="269"/>
            <ac:picMk id="5" creationId="{EB73CA3C-61D0-5089-2711-1F44A73A2111}"/>
          </ac:picMkLst>
        </pc:picChg>
      </pc:sldChg>
      <pc:sldChg chg="modSp add mod">
        <pc:chgData name="Harun Altay" userId="9168d07a8c73380f" providerId="LiveId" clId="{1E298E47-9B33-4BED-B5D2-D85BBBE36CCC}" dt="2026-09-21T11:41:36.970" v="2121" actId="20577"/>
        <pc:sldMkLst>
          <pc:docMk/>
          <pc:sldMk cId="2180649725" sldId="271"/>
        </pc:sldMkLst>
        <pc:spChg chg="mod">
          <ac:chgData name="Harun Altay" userId="9168d07a8c73380f" providerId="LiveId" clId="{1E298E47-9B33-4BED-B5D2-D85BBBE36CCC}" dt="2026-09-21T11:11:44.931" v="1740"/>
          <ac:spMkLst>
            <pc:docMk/>
            <pc:sldMk cId="2180649725" sldId="271"/>
            <ac:spMk id="2" creationId="{186734C3-2D73-04A4-C019-BB54FE9CE1A6}"/>
          </ac:spMkLst>
        </pc:spChg>
        <pc:spChg chg="mod">
          <ac:chgData name="Harun Altay" userId="9168d07a8c73380f" providerId="LiveId" clId="{1E298E47-9B33-4BED-B5D2-D85BBBE36CCC}" dt="2026-09-21T11:41:36.970" v="2121" actId="20577"/>
          <ac:spMkLst>
            <pc:docMk/>
            <pc:sldMk cId="2180649725" sldId="271"/>
            <ac:spMk id="3" creationId="{D1A05703-6A98-91A7-E51B-D7F7A1E81CD1}"/>
          </ac:spMkLst>
        </pc:spChg>
      </pc:sldChg>
      <pc:sldChg chg="addSp delSp modSp add mod">
        <pc:chgData name="Harun Altay" userId="9168d07a8c73380f" providerId="LiveId" clId="{1E298E47-9B33-4BED-B5D2-D85BBBE36CCC}" dt="2026-09-22T13:32:41.390" v="4866" actId="20577"/>
        <pc:sldMkLst>
          <pc:docMk/>
          <pc:sldMk cId="3543395672" sldId="272"/>
        </pc:sldMkLst>
        <pc:spChg chg="mod">
          <ac:chgData name="Harun Altay" userId="9168d07a8c73380f" providerId="LiveId" clId="{1E298E47-9B33-4BED-B5D2-D85BBBE36CCC}" dt="2026-09-21T11:10:24.063" v="1731"/>
          <ac:spMkLst>
            <pc:docMk/>
            <pc:sldMk cId="3543395672" sldId="272"/>
            <ac:spMk id="2" creationId="{E5B5A526-37A7-5F07-8B4A-BAF80717E1C3}"/>
          </ac:spMkLst>
        </pc:spChg>
        <pc:spChg chg="mod">
          <ac:chgData name="Harun Altay" userId="9168d07a8c73380f" providerId="LiveId" clId="{1E298E47-9B33-4BED-B5D2-D85BBBE36CCC}" dt="2026-09-22T13:32:41.390" v="4866" actId="20577"/>
          <ac:spMkLst>
            <pc:docMk/>
            <pc:sldMk cId="3543395672" sldId="272"/>
            <ac:spMk id="3" creationId="{273941DE-B440-F903-502F-E07C0EBD54DF}"/>
          </ac:spMkLst>
        </pc:spChg>
      </pc:sldChg>
      <pc:sldChg chg="addSp modSp add del mod ord">
        <pc:chgData name="Harun Altay" userId="9168d07a8c73380f" providerId="LiveId" clId="{1E298E47-9B33-4BED-B5D2-D85BBBE36CCC}" dt="2026-09-25T03:14:47.373" v="6739" actId="47"/>
        <pc:sldMkLst>
          <pc:docMk/>
          <pc:sldMk cId="2249254936" sldId="277"/>
        </pc:sldMkLst>
        <pc:graphicFrameChg chg="add mod modGraphic">
          <ac:chgData name="Harun Altay" userId="9168d07a8c73380f" providerId="LiveId" clId="{1E298E47-9B33-4BED-B5D2-D85BBBE36CCC}" dt="2026-09-25T00:36:25.237" v="6454" actId="20577"/>
          <ac:graphicFrameMkLst>
            <pc:docMk/>
            <pc:sldMk cId="2249254936" sldId="277"/>
            <ac:graphicFrameMk id="4" creationId="{C2450510-9B7D-D10F-9432-A6E093031BAC}"/>
          </ac:graphicFrameMkLst>
        </pc:graphicFrameChg>
      </pc:sldChg>
      <pc:sldChg chg="addSp delSp modSp add mod">
        <pc:chgData name="Harun Altay" userId="9168d07a8c73380f" providerId="LiveId" clId="{1E298E47-9B33-4BED-B5D2-D85BBBE36CCC}" dt="2026-09-22T11:27:53.744" v="4352" actId="1076"/>
        <pc:sldMkLst>
          <pc:docMk/>
          <pc:sldMk cId="3238344309" sldId="285"/>
        </pc:sldMkLst>
        <pc:spChg chg="mod">
          <ac:chgData name="Harun Altay" userId="9168d07a8c73380f" providerId="LiveId" clId="{1E298E47-9B33-4BED-B5D2-D85BBBE36CCC}" dt="2026-09-22T01:02:45.155" v="3062" actId="1076"/>
          <ac:spMkLst>
            <pc:docMk/>
            <pc:sldMk cId="3238344309" sldId="285"/>
            <ac:spMk id="2" creationId="{AA8FAEED-7AF1-540C-1C78-BA7409244EEF}"/>
          </ac:spMkLst>
        </pc:spChg>
        <pc:spChg chg="add mod">
          <ac:chgData name="Harun Altay" userId="9168d07a8c73380f" providerId="LiveId" clId="{1E298E47-9B33-4BED-B5D2-D85BBBE36CCC}" dt="2026-09-22T11:27:53.744" v="4352" actId="1076"/>
          <ac:spMkLst>
            <pc:docMk/>
            <pc:sldMk cId="3238344309" sldId="285"/>
            <ac:spMk id="3" creationId="{1C0B317B-799D-0FED-37E5-929EDC159BC7}"/>
          </ac:spMkLst>
        </pc:spChg>
        <pc:picChg chg="add mod">
          <ac:chgData name="Harun Altay" userId="9168d07a8c73380f" providerId="LiveId" clId="{1E298E47-9B33-4BED-B5D2-D85BBBE36CCC}" dt="2026-09-22T03:18:12.444" v="3165" actId="29295"/>
          <ac:picMkLst>
            <pc:docMk/>
            <pc:sldMk cId="3238344309" sldId="285"/>
            <ac:picMk id="5" creationId="{F13E553A-BBFC-B9C2-093F-3C605CCCA8FF}"/>
          </ac:picMkLst>
        </pc:picChg>
        <pc:picChg chg="add mod ord">
          <ac:chgData name="Harun Altay" userId="9168d07a8c73380f" providerId="LiveId" clId="{1E298E47-9B33-4BED-B5D2-D85BBBE36CCC}" dt="2026-09-22T01:02:31.457" v="3059" actId="1076"/>
          <ac:picMkLst>
            <pc:docMk/>
            <pc:sldMk cId="3238344309" sldId="285"/>
            <ac:picMk id="8" creationId="{169068A8-D6C6-CEB7-10DE-2FCA19B9A7C0}"/>
          </ac:picMkLst>
        </pc:picChg>
      </pc:sldChg>
      <pc:sldChg chg="addSp delSp modSp add mod">
        <pc:chgData name="Harun Altay" userId="9168d07a8c73380f" providerId="LiveId" clId="{1E298E47-9B33-4BED-B5D2-D85BBBE36CCC}" dt="2026-09-22T00:43:21.670" v="3014" actId="1076"/>
        <pc:sldMkLst>
          <pc:docMk/>
          <pc:sldMk cId="1016124266" sldId="286"/>
        </pc:sldMkLst>
        <pc:spChg chg="mod">
          <ac:chgData name="Harun Altay" userId="9168d07a8c73380f" providerId="LiveId" clId="{1E298E47-9B33-4BED-B5D2-D85BBBE36CCC}" dt="2026-09-22T00:43:21.670" v="3014" actId="1076"/>
          <ac:spMkLst>
            <pc:docMk/>
            <pc:sldMk cId="1016124266" sldId="286"/>
            <ac:spMk id="2" creationId="{011CC063-4967-D305-0E33-F610A0C147AA}"/>
          </ac:spMkLst>
        </pc:spChg>
        <pc:spChg chg="add mod">
          <ac:chgData name="Harun Altay" userId="9168d07a8c73380f" providerId="LiveId" clId="{1E298E47-9B33-4BED-B5D2-D85BBBE36CCC}" dt="2026-09-22T00:43:09.119" v="3013" actId="6549"/>
          <ac:spMkLst>
            <pc:docMk/>
            <pc:sldMk cId="1016124266" sldId="286"/>
            <ac:spMk id="10" creationId="{29115F9C-81D3-8A11-4577-DE60B7002233}"/>
          </ac:spMkLst>
        </pc:spChg>
        <pc:picChg chg="add mod ord">
          <ac:chgData name="Harun Altay" userId="9168d07a8c73380f" providerId="LiveId" clId="{1E298E47-9B33-4BED-B5D2-D85BBBE36CCC}" dt="2026-09-22T00:41:33.255" v="3002" actId="14100"/>
          <ac:picMkLst>
            <pc:docMk/>
            <pc:sldMk cId="1016124266" sldId="286"/>
            <ac:picMk id="9" creationId="{0427E996-87C2-236B-9FC6-678DCBD3049E}"/>
          </ac:picMkLst>
        </pc:picChg>
      </pc:sldChg>
      <pc:sldChg chg="addSp delSp modSp add mod setBg">
        <pc:chgData name="Harun Altay" userId="9168d07a8c73380f" providerId="LiveId" clId="{1E298E47-9B33-4BED-B5D2-D85BBBE36CCC}" dt="2026-09-22T11:29:14.292" v="4354" actId="1076"/>
        <pc:sldMkLst>
          <pc:docMk/>
          <pc:sldMk cId="651968267" sldId="287"/>
        </pc:sldMkLst>
        <pc:spChg chg="mod">
          <ac:chgData name="Harun Altay" userId="9168d07a8c73380f" providerId="LiveId" clId="{1E298E47-9B33-4BED-B5D2-D85BBBE36CCC}" dt="2026-09-22T00:29:26.686" v="2879" actId="20577"/>
          <ac:spMkLst>
            <pc:docMk/>
            <pc:sldMk cId="651968267" sldId="287"/>
            <ac:spMk id="2" creationId="{3C225D61-1265-1615-6AE7-CAAB801E1A1C}"/>
          </ac:spMkLst>
        </pc:spChg>
        <pc:spChg chg="mod ord">
          <ac:chgData name="Harun Altay" userId="9168d07a8c73380f" providerId="LiveId" clId="{1E298E47-9B33-4BED-B5D2-D85BBBE36CCC}" dt="2026-09-22T11:29:14.292" v="4354" actId="1076"/>
          <ac:spMkLst>
            <pc:docMk/>
            <pc:sldMk cId="651968267" sldId="287"/>
            <ac:spMk id="3" creationId="{FF449FFB-041D-5A89-E33D-AB227F882219}"/>
          </ac:spMkLst>
        </pc:spChg>
        <pc:spChg chg="add">
          <ac:chgData name="Harun Altay" userId="9168d07a8c73380f" providerId="LiveId" clId="{1E298E47-9B33-4BED-B5D2-D85BBBE36CCC}" dt="2026-09-22T00:27:44.208" v="2852" actId="26606"/>
          <ac:spMkLst>
            <pc:docMk/>
            <pc:sldMk cId="651968267" sldId="287"/>
            <ac:spMk id="12" creationId="{7B831B6F-405A-4B47-B9BB-5CA88F285844}"/>
          </ac:spMkLst>
        </pc:spChg>
        <pc:spChg chg="add">
          <ac:chgData name="Harun Altay" userId="9168d07a8c73380f" providerId="LiveId" clId="{1E298E47-9B33-4BED-B5D2-D85BBBE36CCC}" dt="2026-09-22T00:27:44.208" v="2852" actId="26606"/>
          <ac:spMkLst>
            <pc:docMk/>
            <pc:sldMk cId="651968267" sldId="287"/>
            <ac:spMk id="14" creationId="{953EE71A-6488-4203-A7C4-77102FD0DCCA}"/>
          </ac:spMkLst>
        </pc:spChg>
        <pc:picChg chg="add mod">
          <ac:chgData name="Harun Altay" userId="9168d07a8c73380f" providerId="LiveId" clId="{1E298E47-9B33-4BED-B5D2-D85BBBE36CCC}" dt="2026-09-22T00:28:03.542" v="2854" actId="14100"/>
          <ac:picMkLst>
            <pc:docMk/>
            <pc:sldMk cId="651968267" sldId="287"/>
            <ac:picMk id="7" creationId="{806F0129-28BA-5708-7479-E70D9517C980}"/>
          </ac:picMkLst>
        </pc:picChg>
      </pc:sldChg>
      <pc:sldChg chg="addSp modSp add mod">
        <pc:chgData name="Harun Altay" userId="9168d07a8c73380f" providerId="LiveId" clId="{1E298E47-9B33-4BED-B5D2-D85BBBE36CCC}" dt="2026-09-22T11:30:13.412" v="4360" actId="1076"/>
        <pc:sldMkLst>
          <pc:docMk/>
          <pc:sldMk cId="1470918466" sldId="288"/>
        </pc:sldMkLst>
        <pc:spChg chg="mod">
          <ac:chgData name="Harun Altay" userId="9168d07a8c73380f" providerId="LiveId" clId="{1E298E47-9B33-4BED-B5D2-D85BBBE36CCC}" dt="2026-09-22T00:33:01.811" v="2984" actId="14100"/>
          <ac:spMkLst>
            <pc:docMk/>
            <pc:sldMk cId="1470918466" sldId="288"/>
            <ac:spMk id="2" creationId="{712235B2-CEB4-79D7-5AB6-DBF546721F0F}"/>
          </ac:spMkLst>
        </pc:spChg>
        <pc:spChg chg="mod">
          <ac:chgData name="Harun Altay" userId="9168d07a8c73380f" providerId="LiveId" clId="{1E298E47-9B33-4BED-B5D2-D85BBBE36CCC}" dt="2026-09-21T23:39:27.907" v="2754" actId="14100"/>
          <ac:spMkLst>
            <pc:docMk/>
            <pc:sldMk cId="1470918466" sldId="288"/>
            <ac:spMk id="3" creationId="{08D0E195-4D37-66C8-DCB1-BDFB91297BE2}"/>
          </ac:spMkLst>
        </pc:spChg>
        <pc:spChg chg="add mod">
          <ac:chgData name="Harun Altay" userId="9168d07a8c73380f" providerId="LiveId" clId="{1E298E47-9B33-4BED-B5D2-D85BBBE36CCC}" dt="2026-09-22T11:30:13.412" v="4360" actId="1076"/>
          <ac:spMkLst>
            <pc:docMk/>
            <pc:sldMk cId="1470918466" sldId="288"/>
            <ac:spMk id="4" creationId="{B8FB6A80-94F5-D437-2727-00609B51F431}"/>
          </ac:spMkLst>
        </pc:spChg>
        <pc:spChg chg="add mod">
          <ac:chgData name="Harun Altay" userId="9168d07a8c73380f" providerId="LiveId" clId="{1E298E47-9B33-4BED-B5D2-D85BBBE36CCC}" dt="2026-09-22T11:30:09.265" v="4359" actId="1076"/>
          <ac:spMkLst>
            <pc:docMk/>
            <pc:sldMk cId="1470918466" sldId="288"/>
            <ac:spMk id="6" creationId="{F0DF3B5B-0113-6743-3854-40B3A5BC2CC8}"/>
          </ac:spMkLst>
        </pc:spChg>
        <pc:spChg chg="add mod">
          <ac:chgData name="Harun Altay" userId="9168d07a8c73380f" providerId="LiveId" clId="{1E298E47-9B33-4BED-B5D2-D85BBBE36CCC}" dt="2026-09-22T11:30:02.115" v="4358" actId="6549"/>
          <ac:spMkLst>
            <pc:docMk/>
            <pc:sldMk cId="1470918466" sldId="288"/>
            <ac:spMk id="7" creationId="{1BE0A81E-189A-B326-CCA8-9C4FC61CA068}"/>
          </ac:spMkLst>
        </pc:spChg>
        <pc:picChg chg="add mod">
          <ac:chgData name="Harun Altay" userId="9168d07a8c73380f" providerId="LiveId" clId="{1E298E47-9B33-4BED-B5D2-D85BBBE36CCC}" dt="2026-09-21T23:37:57.908" v="2740" actId="1076"/>
          <ac:picMkLst>
            <pc:docMk/>
            <pc:sldMk cId="1470918466" sldId="288"/>
            <ac:picMk id="5" creationId="{9D5D651B-C20A-3BE3-9EAF-1A6123F498D2}"/>
          </ac:picMkLst>
        </pc:picChg>
      </pc:sldChg>
      <pc:sldChg chg="addSp modSp add mod ord">
        <pc:chgData name="Harun Altay" userId="9168d07a8c73380f" providerId="LiveId" clId="{1E298E47-9B33-4BED-B5D2-D85BBBE36CCC}" dt="2026-09-22T11:27:43.383" v="4351" actId="1076"/>
        <pc:sldMkLst>
          <pc:docMk/>
          <pc:sldMk cId="9667616" sldId="289"/>
        </pc:sldMkLst>
        <pc:spChg chg="add mod">
          <ac:chgData name="Harun Altay" userId="9168d07a8c73380f" providerId="LiveId" clId="{1E298E47-9B33-4BED-B5D2-D85BBBE36CCC}" dt="2026-09-22T11:27:43.383" v="4351" actId="1076"/>
          <ac:spMkLst>
            <pc:docMk/>
            <pc:sldMk cId="9667616" sldId="289"/>
            <ac:spMk id="3" creationId="{1C0B317B-799D-0FED-37E5-929EDC159BC7}"/>
          </ac:spMkLst>
        </pc:spChg>
      </pc:sldChg>
      <pc:sldChg chg="addSp modSp add mod">
        <pc:chgData name="Harun Altay" userId="9168d07a8c73380f" providerId="LiveId" clId="{1E298E47-9B33-4BED-B5D2-D85BBBE36CCC}" dt="2026-09-23T15:25:02.692" v="5312" actId="14100"/>
        <pc:sldMkLst>
          <pc:docMk/>
          <pc:sldMk cId="3216292762" sldId="290"/>
        </pc:sldMkLst>
        <pc:spChg chg="mod">
          <ac:chgData name="Harun Altay" userId="9168d07a8c73380f" providerId="LiveId" clId="{1E298E47-9B33-4BED-B5D2-D85BBBE36CCC}" dt="2026-09-23T15:16:50.695" v="5248" actId="14100"/>
          <ac:spMkLst>
            <pc:docMk/>
            <pc:sldMk cId="3216292762" sldId="290"/>
            <ac:spMk id="2" creationId="{E1FD26D6-EC11-491D-32C1-2D9B7CEAECC7}"/>
          </ac:spMkLst>
        </pc:spChg>
        <pc:spChg chg="mod">
          <ac:chgData name="Harun Altay" userId="9168d07a8c73380f" providerId="LiveId" clId="{1E298E47-9B33-4BED-B5D2-D85BBBE36CCC}" dt="2026-09-22T12:11:54.316" v="4526" actId="14100"/>
          <ac:spMkLst>
            <pc:docMk/>
            <pc:sldMk cId="3216292762" sldId="290"/>
            <ac:spMk id="3" creationId="{59447872-615D-958E-0770-BDCFCFD16E1F}"/>
          </ac:spMkLst>
        </pc:spChg>
        <pc:picChg chg="add mod ord">
          <ac:chgData name="Harun Altay" userId="9168d07a8c73380f" providerId="LiveId" clId="{1E298E47-9B33-4BED-B5D2-D85BBBE36CCC}" dt="2026-09-23T15:25:02.692" v="5312" actId="14100"/>
          <ac:picMkLst>
            <pc:docMk/>
            <pc:sldMk cId="3216292762" sldId="290"/>
            <ac:picMk id="5" creationId="{139E6F86-65D4-6F96-1C86-59EBA8A8CCB1}"/>
          </ac:picMkLst>
        </pc:picChg>
      </pc:sldChg>
      <pc:sldChg chg="addSp modSp add mod">
        <pc:chgData name="Harun Altay" userId="9168d07a8c73380f" providerId="LiveId" clId="{1E298E47-9B33-4BED-B5D2-D85BBBE36CCC}" dt="2026-09-23T15:24:56.410" v="5310" actId="1036"/>
        <pc:sldMkLst>
          <pc:docMk/>
          <pc:sldMk cId="2215894950" sldId="291"/>
        </pc:sldMkLst>
        <pc:spChg chg="mod">
          <ac:chgData name="Harun Altay" userId="9168d07a8c73380f" providerId="LiveId" clId="{1E298E47-9B33-4BED-B5D2-D85BBBE36CCC}" dt="2026-09-23T15:23:57.333" v="5253" actId="14100"/>
          <ac:spMkLst>
            <pc:docMk/>
            <pc:sldMk cId="2215894950" sldId="291"/>
            <ac:spMk id="2" creationId="{E0AD6613-890C-10EA-5ADC-E824064FC636}"/>
          </ac:spMkLst>
        </pc:spChg>
        <pc:spChg chg="mod">
          <ac:chgData name="Harun Altay" userId="9168d07a8c73380f" providerId="LiveId" clId="{1E298E47-9B33-4BED-B5D2-D85BBBE36CCC}" dt="2026-09-22T12:12:27.297" v="4530" actId="14100"/>
          <ac:spMkLst>
            <pc:docMk/>
            <pc:sldMk cId="2215894950" sldId="291"/>
            <ac:spMk id="3" creationId="{5AE8BE1D-41B3-916A-8AD5-6067F8D1B142}"/>
          </ac:spMkLst>
        </pc:spChg>
        <pc:picChg chg="add mod">
          <ac:chgData name="Harun Altay" userId="9168d07a8c73380f" providerId="LiveId" clId="{1E298E47-9B33-4BED-B5D2-D85BBBE36CCC}" dt="2026-09-23T15:24:56.410" v="5310" actId="1036"/>
          <ac:picMkLst>
            <pc:docMk/>
            <pc:sldMk cId="2215894950" sldId="291"/>
            <ac:picMk id="5" creationId="{34C84FDC-8416-4CA8-563A-05587E605E58}"/>
          </ac:picMkLst>
        </pc:picChg>
      </pc:sldChg>
      <pc:sldChg chg="modSp add mod ord">
        <pc:chgData name="Harun Altay" userId="9168d07a8c73380f" providerId="LiveId" clId="{1E298E47-9B33-4BED-B5D2-D85BBBE36CCC}" dt="2026-09-23T16:55:07.879" v="5390" actId="403"/>
        <pc:sldMkLst>
          <pc:docMk/>
          <pc:sldMk cId="559583435" sldId="292"/>
        </pc:sldMkLst>
        <pc:spChg chg="mod">
          <ac:chgData name="Harun Altay" userId="9168d07a8c73380f" providerId="LiveId" clId="{1E298E47-9B33-4BED-B5D2-D85BBBE36CCC}" dt="2026-09-22T11:56:04.173" v="4411" actId="20577"/>
          <ac:spMkLst>
            <pc:docMk/>
            <pc:sldMk cId="559583435" sldId="292"/>
            <ac:spMk id="2" creationId="{14023749-FD71-E1B3-71FB-F8379D15B4A3}"/>
          </ac:spMkLst>
        </pc:spChg>
        <pc:spChg chg="mod">
          <ac:chgData name="Harun Altay" userId="9168d07a8c73380f" providerId="LiveId" clId="{1E298E47-9B33-4BED-B5D2-D85BBBE36CCC}" dt="2026-09-23T16:55:07.879" v="5390" actId="403"/>
          <ac:spMkLst>
            <pc:docMk/>
            <pc:sldMk cId="559583435" sldId="292"/>
            <ac:spMk id="3" creationId="{4AF95936-F272-5316-65F1-DE969D8F5528}"/>
          </ac:spMkLst>
        </pc:spChg>
      </pc:sldChg>
      <pc:sldChg chg="modSp add mod">
        <pc:chgData name="Harun Altay" userId="9168d07a8c73380f" providerId="LiveId" clId="{1E298E47-9B33-4BED-B5D2-D85BBBE36CCC}" dt="2026-09-25T05:05:52.520" v="7000" actId="1076"/>
        <pc:sldMkLst>
          <pc:docMk/>
          <pc:sldMk cId="1786186685" sldId="293"/>
        </pc:sldMkLst>
        <pc:spChg chg="mod">
          <ac:chgData name="Harun Altay" userId="9168d07a8c73380f" providerId="LiveId" clId="{1E298E47-9B33-4BED-B5D2-D85BBBE36CCC}" dt="2026-09-22T12:16:43.213" v="4566" actId="27636"/>
          <ac:spMkLst>
            <pc:docMk/>
            <pc:sldMk cId="1786186685" sldId="293"/>
            <ac:spMk id="2" creationId="{460AD420-3520-2094-7514-8520E8E8FA07}"/>
          </ac:spMkLst>
        </pc:spChg>
        <pc:spChg chg="mod">
          <ac:chgData name="Harun Altay" userId="9168d07a8c73380f" providerId="LiveId" clId="{1E298E47-9B33-4BED-B5D2-D85BBBE36CCC}" dt="2026-09-25T05:05:52.520" v="7000" actId="1076"/>
          <ac:spMkLst>
            <pc:docMk/>
            <pc:sldMk cId="1786186685" sldId="293"/>
            <ac:spMk id="4" creationId="{1DBE78DC-2394-CB73-BB5C-3526FA90B0D9}"/>
          </ac:spMkLst>
        </pc:spChg>
        <pc:spChg chg="mod">
          <ac:chgData name="Harun Altay" userId="9168d07a8c73380f" providerId="LiveId" clId="{1E298E47-9B33-4BED-B5D2-D85BBBE36CCC}" dt="2026-09-22T12:15:52.032" v="4557" actId="1076"/>
          <ac:spMkLst>
            <pc:docMk/>
            <pc:sldMk cId="1786186685" sldId="293"/>
            <ac:spMk id="5" creationId="{077F8E7A-40B7-344E-ACC4-6F04C774FBD4}"/>
          </ac:spMkLst>
        </pc:spChg>
        <pc:spChg chg="mod">
          <ac:chgData name="Harun Altay" userId="9168d07a8c73380f" providerId="LiveId" clId="{1E298E47-9B33-4BED-B5D2-D85BBBE36CCC}" dt="2026-09-22T12:16:10.029" v="4562" actId="1076"/>
          <ac:spMkLst>
            <pc:docMk/>
            <pc:sldMk cId="1786186685" sldId="293"/>
            <ac:spMk id="6" creationId="{172F0706-07A0-1024-F385-CDC23456A28E}"/>
          </ac:spMkLst>
        </pc:spChg>
      </pc:sldChg>
      <pc:sldChg chg="addSp delSp modSp add mod ord">
        <pc:chgData name="Harun Altay" userId="9168d07a8c73380f" providerId="LiveId" clId="{1E298E47-9B33-4BED-B5D2-D85BBBE36CCC}" dt="2026-09-25T05:11:26.843" v="7069" actId="478"/>
        <pc:sldMkLst>
          <pc:docMk/>
          <pc:sldMk cId="4291887412" sldId="294"/>
        </pc:sldMkLst>
        <pc:spChg chg="mod">
          <ac:chgData name="Harun Altay" userId="9168d07a8c73380f" providerId="LiveId" clId="{1E298E47-9B33-4BED-B5D2-D85BBBE36CCC}" dt="2026-09-25T05:11:07.562" v="7067" actId="6549"/>
          <ac:spMkLst>
            <pc:docMk/>
            <pc:sldMk cId="4291887412" sldId="294"/>
            <ac:spMk id="2" creationId="{685451A2-884A-448B-0DD4-6110D2AAE860}"/>
          </ac:spMkLst>
        </pc:spChg>
        <pc:spChg chg="del">
          <ac:chgData name="Harun Altay" userId="9168d07a8c73380f" providerId="LiveId" clId="{1E298E47-9B33-4BED-B5D2-D85BBBE36CCC}" dt="2026-09-25T05:11:21.522" v="7068" actId="478"/>
          <ac:spMkLst>
            <pc:docMk/>
            <pc:sldMk cId="4291887412" sldId="294"/>
            <ac:spMk id="3" creationId="{0AD9C307-3FF4-EA04-A707-028917146136}"/>
          </ac:spMkLst>
        </pc:spChg>
        <pc:spChg chg="add del mod">
          <ac:chgData name="Harun Altay" userId="9168d07a8c73380f" providerId="LiveId" clId="{1E298E47-9B33-4BED-B5D2-D85BBBE36CCC}" dt="2026-09-25T05:11:26.843" v="7069" actId="478"/>
          <ac:spMkLst>
            <pc:docMk/>
            <pc:sldMk cId="4291887412" sldId="294"/>
            <ac:spMk id="6" creationId="{6982AB4E-EBB5-7C81-A9A4-33168E7D78C5}"/>
          </ac:spMkLst>
        </pc:spChg>
        <pc:graphicFrameChg chg="mod modGraphic">
          <ac:chgData name="Harun Altay" userId="9168d07a8c73380f" providerId="LiveId" clId="{1E298E47-9B33-4BED-B5D2-D85BBBE36CCC}" dt="2026-09-25T05:09:25.608" v="7064" actId="14734"/>
          <ac:graphicFrameMkLst>
            <pc:docMk/>
            <pc:sldMk cId="4291887412" sldId="294"/>
            <ac:graphicFrameMk id="4" creationId="{D3168013-792A-E7B1-B2ED-66F6EE507A68}"/>
          </ac:graphicFrameMkLst>
        </pc:graphicFrameChg>
      </pc:sldChg>
      <pc:sldChg chg="modSp add mod">
        <pc:chgData name="Harun Altay" userId="9168d07a8c73380f" providerId="LiveId" clId="{1E298E47-9B33-4BED-B5D2-D85BBBE36CCC}" dt="2026-09-25T05:40:37.125" v="7256" actId="14734"/>
        <pc:sldMkLst>
          <pc:docMk/>
          <pc:sldMk cId="3014361148" sldId="295"/>
        </pc:sldMkLst>
        <pc:spChg chg="mod">
          <ac:chgData name="Harun Altay" userId="9168d07a8c73380f" providerId="LiveId" clId="{1E298E47-9B33-4BED-B5D2-D85BBBE36CCC}" dt="2026-09-25T05:39:05.722" v="7253" actId="1076"/>
          <ac:spMkLst>
            <pc:docMk/>
            <pc:sldMk cId="3014361148" sldId="295"/>
            <ac:spMk id="2" creationId="{8DC45F8B-0668-9C4E-DDE4-AE6391D39A75}"/>
          </ac:spMkLst>
        </pc:spChg>
        <pc:graphicFrameChg chg="mod modGraphic">
          <ac:chgData name="Harun Altay" userId="9168d07a8c73380f" providerId="LiveId" clId="{1E298E47-9B33-4BED-B5D2-D85BBBE36CCC}" dt="2026-09-25T05:40:37.125" v="7256" actId="14734"/>
          <ac:graphicFrameMkLst>
            <pc:docMk/>
            <pc:sldMk cId="3014361148" sldId="295"/>
            <ac:graphicFrameMk id="4" creationId="{A2E32EA2-6E7F-4964-D213-50D780B16D15}"/>
          </ac:graphicFrameMkLst>
        </pc:graphicFrameChg>
      </pc:sldChg>
      <pc:sldChg chg="modSp add mod">
        <pc:chgData name="Harun Altay" userId="9168d07a8c73380f" providerId="LiveId" clId="{1E298E47-9B33-4BED-B5D2-D85BBBE36CCC}" dt="2026-09-25T06:16:50.767" v="7419" actId="1076"/>
        <pc:sldMkLst>
          <pc:docMk/>
          <pc:sldMk cId="21789535" sldId="296"/>
        </pc:sldMkLst>
        <pc:spChg chg="mod">
          <ac:chgData name="Harun Altay" userId="9168d07a8c73380f" providerId="LiveId" clId="{1E298E47-9B33-4BED-B5D2-D85BBBE36CCC}" dt="2026-09-25T06:16:50.767" v="7419" actId="1076"/>
          <ac:spMkLst>
            <pc:docMk/>
            <pc:sldMk cId="21789535" sldId="296"/>
            <ac:spMk id="2" creationId="{655EEBDB-7BB6-E771-A980-01A924C8A665}"/>
          </ac:spMkLst>
        </pc:spChg>
        <pc:graphicFrameChg chg="mod modGraphic">
          <ac:chgData name="Harun Altay" userId="9168d07a8c73380f" providerId="LiveId" clId="{1E298E47-9B33-4BED-B5D2-D85BBBE36CCC}" dt="2026-09-25T05:51:03.276" v="7328" actId="14100"/>
          <ac:graphicFrameMkLst>
            <pc:docMk/>
            <pc:sldMk cId="21789535" sldId="296"/>
            <ac:graphicFrameMk id="4" creationId="{480FD3D1-5EAD-A8BE-69AE-1B0A4ABC847A}"/>
          </ac:graphicFrameMkLst>
        </pc:graphicFrameChg>
      </pc:sldChg>
      <pc:sldChg chg="modSp add mod">
        <pc:chgData name="Harun Altay" userId="9168d07a8c73380f" providerId="LiveId" clId="{1E298E47-9B33-4BED-B5D2-D85BBBE36CCC}" dt="2026-09-25T06:01:46.430" v="7402" actId="14734"/>
        <pc:sldMkLst>
          <pc:docMk/>
          <pc:sldMk cId="617186703" sldId="297"/>
        </pc:sldMkLst>
        <pc:spChg chg="mod">
          <ac:chgData name="Harun Altay" userId="9168d07a8c73380f" providerId="LiveId" clId="{1E298E47-9B33-4BED-B5D2-D85BBBE36CCC}" dt="2026-09-22T13:12:52.875" v="4763"/>
          <ac:spMkLst>
            <pc:docMk/>
            <pc:sldMk cId="617186703" sldId="297"/>
            <ac:spMk id="2" creationId="{2E122966-6A76-2358-334E-6CC877A2FF68}"/>
          </ac:spMkLst>
        </pc:spChg>
        <pc:graphicFrameChg chg="mod modGraphic">
          <ac:chgData name="Harun Altay" userId="9168d07a8c73380f" providerId="LiveId" clId="{1E298E47-9B33-4BED-B5D2-D85BBBE36CCC}" dt="2026-09-25T06:01:46.430" v="7402" actId="14734"/>
          <ac:graphicFrameMkLst>
            <pc:docMk/>
            <pc:sldMk cId="617186703" sldId="297"/>
            <ac:graphicFrameMk id="4" creationId="{257D5A6B-3830-214A-0FDF-8994139E5D72}"/>
          </ac:graphicFrameMkLst>
        </pc:graphicFrameChg>
      </pc:sldChg>
      <pc:sldChg chg="modSp add mod">
        <pc:chgData name="Harun Altay" userId="9168d07a8c73380f" providerId="LiveId" clId="{1E298E47-9B33-4BED-B5D2-D85BBBE36CCC}" dt="2026-09-25T06:50:30.601" v="7766" actId="14734"/>
        <pc:sldMkLst>
          <pc:docMk/>
          <pc:sldMk cId="607441241" sldId="298"/>
        </pc:sldMkLst>
        <pc:spChg chg="mod">
          <ac:chgData name="Harun Altay" userId="9168d07a8c73380f" providerId="LiveId" clId="{1E298E47-9B33-4BED-B5D2-D85BBBE36CCC}" dt="2026-09-22T13:31:07.670" v="4828" actId="20577"/>
          <ac:spMkLst>
            <pc:docMk/>
            <pc:sldMk cId="607441241" sldId="298"/>
            <ac:spMk id="2" creationId="{3793073D-C74E-CACB-022F-80D3DC1A8D91}"/>
          </ac:spMkLst>
        </pc:spChg>
        <pc:graphicFrameChg chg="mod modGraphic">
          <ac:chgData name="Harun Altay" userId="9168d07a8c73380f" providerId="LiveId" clId="{1E298E47-9B33-4BED-B5D2-D85BBBE36CCC}" dt="2026-09-25T06:50:30.601" v="7766" actId="14734"/>
          <ac:graphicFrameMkLst>
            <pc:docMk/>
            <pc:sldMk cId="607441241" sldId="298"/>
            <ac:graphicFrameMk id="4" creationId="{877758D8-352F-B6D2-DE5C-178B87C6D5CE}"/>
          </ac:graphicFrameMkLst>
        </pc:graphicFrameChg>
      </pc:sldChg>
      <pc:sldChg chg="addSp delSp modSp add mod">
        <pc:chgData name="Harun Altay" userId="9168d07a8c73380f" providerId="LiveId" clId="{1E298E47-9B33-4BED-B5D2-D85BBBE36CCC}" dt="2026-09-22T14:57:55.611" v="5178" actId="1076"/>
        <pc:sldMkLst>
          <pc:docMk/>
          <pc:sldMk cId="754567623" sldId="300"/>
        </pc:sldMkLst>
        <pc:spChg chg="mod">
          <ac:chgData name="Harun Altay" userId="9168d07a8c73380f" providerId="LiveId" clId="{1E298E47-9B33-4BED-B5D2-D85BBBE36CCC}" dt="2026-09-22T14:57:55.611" v="5178" actId="1076"/>
          <ac:spMkLst>
            <pc:docMk/>
            <pc:sldMk cId="754567623" sldId="300"/>
            <ac:spMk id="2" creationId="{760144B3-049E-44A2-D63A-B5BBFFFC66F6}"/>
          </ac:spMkLst>
        </pc:spChg>
        <pc:picChg chg="add mod">
          <ac:chgData name="Harun Altay" userId="9168d07a8c73380f" providerId="LiveId" clId="{1E298E47-9B33-4BED-B5D2-D85BBBE36CCC}" dt="2026-09-22T14:57:45.539" v="5177" actId="1038"/>
          <ac:picMkLst>
            <pc:docMk/>
            <pc:sldMk cId="754567623" sldId="300"/>
            <ac:picMk id="7" creationId="{8BAEAA65-24CA-06D4-CB74-451E1CACD5D2}"/>
          </ac:picMkLst>
        </pc:picChg>
      </pc:sldChg>
      <pc:sldChg chg="modSp add mod">
        <pc:chgData name="Harun Altay" userId="9168d07a8c73380f" providerId="LiveId" clId="{1E298E47-9B33-4BED-B5D2-D85BBBE36CCC}" dt="2026-09-25T06:27:58.052" v="7634" actId="20577"/>
        <pc:sldMkLst>
          <pc:docMk/>
          <pc:sldMk cId="588949760" sldId="301"/>
        </pc:sldMkLst>
        <pc:spChg chg="mod">
          <ac:chgData name="Harun Altay" userId="9168d07a8c73380f" providerId="LiveId" clId="{1E298E47-9B33-4BED-B5D2-D85BBBE36CCC}" dt="2026-09-23T15:12:21.302" v="5240" actId="20577"/>
          <ac:spMkLst>
            <pc:docMk/>
            <pc:sldMk cId="588949760" sldId="301"/>
            <ac:spMk id="2" creationId="{E0F77567-A569-7A61-D5E1-7F0603E81B4C}"/>
          </ac:spMkLst>
        </pc:spChg>
        <pc:spChg chg="mod">
          <ac:chgData name="Harun Altay" userId="9168d07a8c73380f" providerId="LiveId" clId="{1E298E47-9B33-4BED-B5D2-D85BBBE36CCC}" dt="2026-09-25T06:27:58.052" v="7634" actId="20577"/>
          <ac:spMkLst>
            <pc:docMk/>
            <pc:sldMk cId="588949760" sldId="301"/>
            <ac:spMk id="3" creationId="{9D8B09B8-DDF8-8563-058A-E9F7EBD70206}"/>
          </ac:spMkLst>
        </pc:spChg>
      </pc:sldChg>
      <pc:sldChg chg="modSp add mod">
        <pc:chgData name="Harun Altay" userId="9168d07a8c73380f" providerId="LiveId" clId="{1E298E47-9B33-4BED-B5D2-D85BBBE36CCC}" dt="2026-09-23T15:28:53.297" v="5354" actId="20577"/>
        <pc:sldMkLst>
          <pc:docMk/>
          <pc:sldMk cId="2243516129" sldId="302"/>
        </pc:sldMkLst>
        <pc:spChg chg="mod">
          <ac:chgData name="Harun Altay" userId="9168d07a8c73380f" providerId="LiveId" clId="{1E298E47-9B33-4BED-B5D2-D85BBBE36CCC}" dt="2026-09-23T15:27:54.603" v="5337" actId="14100"/>
          <ac:spMkLst>
            <pc:docMk/>
            <pc:sldMk cId="2243516129" sldId="302"/>
            <ac:spMk id="2" creationId="{B6ABDC2E-5728-ADBB-99A2-B289F8FEC9DA}"/>
          </ac:spMkLst>
        </pc:spChg>
        <pc:spChg chg="mod">
          <ac:chgData name="Harun Altay" userId="9168d07a8c73380f" providerId="LiveId" clId="{1E298E47-9B33-4BED-B5D2-D85BBBE36CCC}" dt="2026-09-23T15:28:53.297" v="5354" actId="20577"/>
          <ac:spMkLst>
            <pc:docMk/>
            <pc:sldMk cId="2243516129" sldId="302"/>
            <ac:spMk id="3" creationId="{5B555407-4CFA-CE6F-D7BA-4CB71CDCA560}"/>
          </ac:spMkLst>
        </pc:spChg>
      </pc:sldChg>
      <pc:sldChg chg="add">
        <pc:chgData name="Harun Altay" userId="9168d07a8c73380f" providerId="LiveId" clId="{1E298E47-9B33-4BED-B5D2-D85BBBE36CCC}" dt="2026-09-24T08:26:12.670" v="5391" actId="2890"/>
        <pc:sldMkLst>
          <pc:docMk/>
          <pc:sldMk cId="527220079" sldId="303"/>
        </pc:sldMkLst>
      </pc:sldChg>
      <pc:sldChg chg="addSp delSp modSp add del mod">
        <pc:chgData name="Harun Altay" userId="9168d07a8c73380f" providerId="LiveId" clId="{1E298E47-9B33-4BED-B5D2-D85BBBE36CCC}" dt="2026-09-24T08:29:06.063" v="5412" actId="2890"/>
        <pc:sldMkLst>
          <pc:docMk/>
          <pc:sldMk cId="3318353104" sldId="304"/>
        </pc:sldMkLst>
        <pc:spChg chg="mod">
          <ac:chgData name="Harun Altay" userId="9168d07a8c73380f" providerId="LiveId" clId="{1E298E47-9B33-4BED-B5D2-D85BBBE36CCC}" dt="2026-09-24T08:28:51.965" v="5408" actId="6549"/>
          <ac:spMkLst>
            <pc:docMk/>
            <pc:sldMk cId="3318353104" sldId="304"/>
            <ac:spMk id="3" creationId="{EDF1EFF4-99AB-F891-D8C1-CE42ED39D5A8}"/>
          </ac:spMkLst>
        </pc:spChg>
        <pc:spChg chg="add del mod">
          <ac:chgData name="Harun Altay" userId="9168d07a8c73380f" providerId="LiveId" clId="{1E298E47-9B33-4BED-B5D2-D85BBBE36CCC}" dt="2026-09-24T08:29:05.396" v="5411" actId="478"/>
          <ac:spMkLst>
            <pc:docMk/>
            <pc:sldMk cId="3318353104" sldId="304"/>
            <ac:spMk id="6" creationId="{080C9376-D2DC-97E4-A3D3-59F56AD65BCF}"/>
          </ac:spMkLst>
        </pc:spChg>
        <pc:picChg chg="add del">
          <ac:chgData name="Harun Altay" userId="9168d07a8c73380f" providerId="LiveId" clId="{1E298E47-9B33-4BED-B5D2-D85BBBE36CCC}" dt="2026-09-24T08:29:04.786" v="5410" actId="478"/>
          <ac:picMkLst>
            <pc:docMk/>
            <pc:sldMk cId="3318353104" sldId="304"/>
            <ac:picMk id="5" creationId="{2BBDF5F5-3327-3BC4-ADAD-A9344E4FBBBA}"/>
          </ac:picMkLst>
        </pc:picChg>
        <pc:picChg chg="add del">
          <ac:chgData name="Harun Altay" userId="9168d07a8c73380f" providerId="LiveId" clId="{1E298E47-9B33-4BED-B5D2-D85BBBE36CCC}" dt="2026-09-24T08:29:05.396" v="5411" actId="478"/>
          <ac:picMkLst>
            <pc:docMk/>
            <pc:sldMk cId="3318353104" sldId="304"/>
            <ac:picMk id="8" creationId="{9A03F335-8465-C8C2-4CBD-53A25E671BF1}"/>
          </ac:picMkLst>
        </pc:picChg>
      </pc:sldChg>
      <pc:sldChg chg="add">
        <pc:chgData name="Harun Altay" userId="9168d07a8c73380f" providerId="LiveId" clId="{1E298E47-9B33-4BED-B5D2-D85BBBE36CCC}" dt="2026-09-24T08:30:33.561" v="5413" actId="2890"/>
        <pc:sldMkLst>
          <pc:docMk/>
          <pc:sldMk cId="3520174790" sldId="304"/>
        </pc:sldMkLst>
      </pc:sldChg>
      <pc:sldChg chg="addSp delSp modSp add del mod">
        <pc:chgData name="Harun Altay" userId="9168d07a8c73380f" providerId="LiveId" clId="{1E298E47-9B33-4BED-B5D2-D85BBBE36CCC}" dt="2026-09-24T23:54:44.354" v="6063" actId="1076"/>
        <pc:sldMkLst>
          <pc:docMk/>
          <pc:sldMk cId="2898734741" sldId="305"/>
        </pc:sldMkLst>
        <pc:spChg chg="mod">
          <ac:chgData name="Harun Altay" userId="9168d07a8c73380f" providerId="LiveId" clId="{1E298E47-9B33-4BED-B5D2-D85BBBE36CCC}" dt="2026-09-24T23:54:44.354" v="6063" actId="1076"/>
          <ac:spMkLst>
            <pc:docMk/>
            <pc:sldMk cId="2898734741" sldId="305"/>
            <ac:spMk id="2" creationId="{4B4C0597-EEA0-11F2-51B2-7936A387E709}"/>
          </ac:spMkLst>
        </pc:spChg>
        <pc:picChg chg="add mod">
          <ac:chgData name="Harun Altay" userId="9168d07a8c73380f" providerId="LiveId" clId="{1E298E47-9B33-4BED-B5D2-D85BBBE36CCC}" dt="2026-09-24T08:32:10.813" v="5431" actId="14100"/>
          <ac:picMkLst>
            <pc:docMk/>
            <pc:sldMk cId="2898734741" sldId="305"/>
            <ac:picMk id="4" creationId="{D2B192D3-80C1-4FC4-FA57-3EB60E5E2BCC}"/>
          </ac:picMkLst>
        </pc:picChg>
        <pc:picChg chg="del">
          <ac:chgData name="Harun Altay" userId="9168d07a8c73380f" providerId="LiveId" clId="{1E298E47-9B33-4BED-B5D2-D85BBBE36CCC}" dt="2026-09-24T08:31:36.916" v="5423" actId="478"/>
          <ac:picMkLst>
            <pc:docMk/>
            <pc:sldMk cId="2898734741" sldId="305"/>
            <ac:picMk id="5" creationId="{66EF67D6-9E38-B86D-D30A-ECCB3F7C4C9A}"/>
          </ac:picMkLst>
        </pc:picChg>
      </pc:sldChg>
      <pc:sldChg chg="addSp delSp modSp add mod">
        <pc:chgData name="Harun Altay" userId="9168d07a8c73380f" providerId="LiveId" clId="{1E298E47-9B33-4BED-B5D2-D85BBBE36CCC}" dt="2026-09-24T08:36:10.308" v="5490"/>
        <pc:sldMkLst>
          <pc:docMk/>
          <pc:sldMk cId="2122783071" sldId="306"/>
        </pc:sldMkLst>
        <pc:spChg chg="mod">
          <ac:chgData name="Harun Altay" userId="9168d07a8c73380f" providerId="LiveId" clId="{1E298E47-9B33-4BED-B5D2-D85BBBE36CCC}" dt="2026-09-24T08:36:10.308" v="5490"/>
          <ac:spMkLst>
            <pc:docMk/>
            <pc:sldMk cId="2122783071" sldId="306"/>
            <ac:spMk id="2" creationId="{4C05E992-7BD4-5324-BAF9-43A680C1F0A6}"/>
          </ac:spMkLst>
        </pc:spChg>
        <pc:spChg chg="del">
          <ac:chgData name="Harun Altay" userId="9168d07a8c73380f" providerId="LiveId" clId="{1E298E47-9B33-4BED-B5D2-D85BBBE36CCC}" dt="2026-09-24T08:34:10.695" v="5441"/>
          <ac:spMkLst>
            <pc:docMk/>
            <pc:sldMk cId="2122783071" sldId="306"/>
            <ac:spMk id="3" creationId="{15A83032-D29A-875E-E727-7730D1ADA514}"/>
          </ac:spMkLst>
        </pc:spChg>
        <pc:picChg chg="add mod ord">
          <ac:chgData name="Harun Altay" userId="9168d07a8c73380f" providerId="LiveId" clId="{1E298E47-9B33-4BED-B5D2-D85BBBE36CCC}" dt="2026-09-24T08:34:18.467" v="5443" actId="14100"/>
          <ac:picMkLst>
            <pc:docMk/>
            <pc:sldMk cId="2122783071" sldId="306"/>
            <ac:picMk id="5" creationId="{25CD04A4-2645-08D7-DD43-F628A531910C}"/>
          </ac:picMkLst>
        </pc:picChg>
      </pc:sldChg>
      <pc:sldChg chg="addSp delSp modSp add mod">
        <pc:chgData name="Harun Altay" userId="9168d07a8c73380f" providerId="LiveId" clId="{1E298E47-9B33-4BED-B5D2-D85BBBE36CCC}" dt="2026-09-24T08:36:18.625" v="5491"/>
        <pc:sldMkLst>
          <pc:docMk/>
          <pc:sldMk cId="3285297401" sldId="307"/>
        </pc:sldMkLst>
        <pc:spChg chg="mod">
          <ac:chgData name="Harun Altay" userId="9168d07a8c73380f" providerId="LiveId" clId="{1E298E47-9B33-4BED-B5D2-D85BBBE36CCC}" dt="2026-09-24T08:36:18.625" v="5491"/>
          <ac:spMkLst>
            <pc:docMk/>
            <pc:sldMk cId="3285297401" sldId="307"/>
            <ac:spMk id="2" creationId="{128D43D0-DC7F-C2AC-8546-FF01A868FEA4}"/>
          </ac:spMkLst>
        </pc:spChg>
        <pc:spChg chg="del">
          <ac:chgData name="Harun Altay" userId="9168d07a8c73380f" providerId="LiveId" clId="{1E298E47-9B33-4BED-B5D2-D85BBBE36CCC}" dt="2026-09-24T08:34:33.229" v="5445"/>
          <ac:spMkLst>
            <pc:docMk/>
            <pc:sldMk cId="3285297401" sldId="307"/>
            <ac:spMk id="3" creationId="{5E0A437F-C5E6-020F-7F21-D7E39972C6B1}"/>
          </ac:spMkLst>
        </pc:spChg>
        <pc:picChg chg="add mod ord">
          <ac:chgData name="Harun Altay" userId="9168d07a8c73380f" providerId="LiveId" clId="{1E298E47-9B33-4BED-B5D2-D85BBBE36CCC}" dt="2026-09-24T08:34:43.664" v="5447" actId="14100"/>
          <ac:picMkLst>
            <pc:docMk/>
            <pc:sldMk cId="3285297401" sldId="307"/>
            <ac:picMk id="5" creationId="{EBA97A69-5689-3DAF-98CB-C822FCCD964C}"/>
          </ac:picMkLst>
        </pc:picChg>
      </pc:sldChg>
      <pc:sldChg chg="add del">
        <pc:chgData name="Harun Altay" userId="9168d07a8c73380f" providerId="LiveId" clId="{1E298E47-9B33-4BED-B5D2-D85BBBE36CCC}" dt="2026-09-24T23:08:21.739" v="5712" actId="47"/>
        <pc:sldMkLst>
          <pc:docMk/>
          <pc:sldMk cId="2846328629" sldId="308"/>
        </pc:sldMkLst>
      </pc:sldChg>
      <pc:sldChg chg="addSp delSp modSp add mod">
        <pc:chgData name="Harun Altay" userId="9168d07a8c73380f" providerId="LiveId" clId="{1E298E47-9B33-4BED-B5D2-D85BBBE36CCC}" dt="2026-09-24T23:52:56.837" v="6002" actId="6549"/>
        <pc:sldMkLst>
          <pc:docMk/>
          <pc:sldMk cId="219443333" sldId="309"/>
        </pc:sldMkLst>
        <pc:spChg chg="del mod">
          <ac:chgData name="Harun Altay" userId="9168d07a8c73380f" providerId="LiveId" clId="{1E298E47-9B33-4BED-B5D2-D85BBBE36CCC}" dt="2026-09-24T22:53:00.347" v="5511" actId="478"/>
          <ac:spMkLst>
            <pc:docMk/>
            <pc:sldMk cId="219443333" sldId="309"/>
            <ac:spMk id="2" creationId="{03AB9802-F3D9-6C4A-6F42-8F9A3A6298B7}"/>
          </ac:spMkLst>
        </pc:spChg>
        <pc:spChg chg="add mod">
          <ac:chgData name="Harun Altay" userId="9168d07a8c73380f" providerId="LiveId" clId="{1E298E47-9B33-4BED-B5D2-D85BBBE36CCC}" dt="2026-09-24T23:52:56.837" v="6002" actId="6549"/>
          <ac:spMkLst>
            <pc:docMk/>
            <pc:sldMk cId="219443333" sldId="309"/>
            <ac:spMk id="3" creationId="{AD1CFB61-EA21-4355-182E-8B560C34852C}"/>
          </ac:spMkLst>
        </pc:spChg>
        <pc:spChg chg="add del mod">
          <ac:chgData name="Harun Altay" userId="9168d07a8c73380f" providerId="LiveId" clId="{1E298E47-9B33-4BED-B5D2-D85BBBE36CCC}" dt="2026-09-24T22:53:06.306" v="5512" actId="478"/>
          <ac:spMkLst>
            <pc:docMk/>
            <pc:sldMk cId="219443333" sldId="309"/>
            <ac:spMk id="6" creationId="{1BFAC174-AE0C-D078-DEF9-7D2574CA768F}"/>
          </ac:spMkLst>
        </pc:spChg>
        <pc:picChg chg="del">
          <ac:chgData name="Harun Altay" userId="9168d07a8c73380f" providerId="LiveId" clId="{1E298E47-9B33-4BED-B5D2-D85BBBE36CCC}" dt="2026-09-24T23:00:43.284" v="5514" actId="478"/>
          <ac:picMkLst>
            <pc:docMk/>
            <pc:sldMk cId="219443333" sldId="309"/>
            <ac:picMk id="5" creationId="{9406931A-1AFE-4F66-E4BA-91814A02CCDA}"/>
          </ac:picMkLst>
        </pc:picChg>
        <pc:picChg chg="add mod">
          <ac:chgData name="Harun Altay" userId="9168d07a8c73380f" providerId="LiveId" clId="{1E298E47-9B33-4BED-B5D2-D85BBBE36CCC}" dt="2026-09-24T23:01:18.917" v="5606" actId="1037"/>
          <ac:picMkLst>
            <pc:docMk/>
            <pc:sldMk cId="219443333" sldId="309"/>
            <ac:picMk id="8" creationId="{EA8D7916-682F-DBCA-3FFF-766555EC290C}"/>
          </ac:picMkLst>
        </pc:picChg>
      </pc:sldChg>
      <pc:sldChg chg="addSp delSp modSp add mod">
        <pc:chgData name="Harun Altay" userId="9168d07a8c73380f" providerId="LiveId" clId="{1E298E47-9B33-4BED-B5D2-D85BBBE36CCC}" dt="2026-09-24T23:53:00.708" v="6003" actId="6549"/>
        <pc:sldMkLst>
          <pc:docMk/>
          <pc:sldMk cId="3066286309" sldId="310"/>
        </pc:sldMkLst>
        <pc:spChg chg="mod">
          <ac:chgData name="Harun Altay" userId="9168d07a8c73380f" providerId="LiveId" clId="{1E298E47-9B33-4BED-B5D2-D85BBBE36CCC}" dt="2026-09-24T23:53:00.708" v="6003" actId="6549"/>
          <ac:spMkLst>
            <pc:docMk/>
            <pc:sldMk cId="3066286309" sldId="310"/>
            <ac:spMk id="3" creationId="{E3A07CAE-0C70-0016-2AF1-C9C0E8C49C49}"/>
          </ac:spMkLst>
        </pc:spChg>
        <pc:picChg chg="add mod">
          <ac:chgData name="Harun Altay" userId="9168d07a8c73380f" providerId="LiveId" clId="{1E298E47-9B33-4BED-B5D2-D85BBBE36CCC}" dt="2026-09-24T23:07:38.523" v="5690" actId="1038"/>
          <ac:picMkLst>
            <pc:docMk/>
            <pc:sldMk cId="3066286309" sldId="310"/>
            <ac:picMk id="4" creationId="{08BADC85-7D7D-7F36-3D3E-38A0B1A99766}"/>
          </ac:picMkLst>
        </pc:picChg>
        <pc:picChg chg="del">
          <ac:chgData name="Harun Altay" userId="9168d07a8c73380f" providerId="LiveId" clId="{1E298E47-9B33-4BED-B5D2-D85BBBE36CCC}" dt="2026-09-24T23:07:15.838" v="5609" actId="478"/>
          <ac:picMkLst>
            <pc:docMk/>
            <pc:sldMk cId="3066286309" sldId="310"/>
            <ac:picMk id="8" creationId="{FE45B1DF-6B1F-1C9C-03AF-4B5B65D282FA}"/>
          </ac:picMkLst>
        </pc:picChg>
      </pc:sldChg>
      <pc:sldChg chg="addSp delSp modSp add mod ord">
        <pc:chgData name="Harun Altay" userId="9168d07a8c73380f" providerId="LiveId" clId="{1E298E47-9B33-4BED-B5D2-D85BBBE36CCC}" dt="2026-09-24T23:25:56.286" v="5898" actId="1076"/>
        <pc:sldMkLst>
          <pc:docMk/>
          <pc:sldMk cId="1970157548" sldId="311"/>
        </pc:sldMkLst>
        <pc:spChg chg="mod">
          <ac:chgData name="Harun Altay" userId="9168d07a8c73380f" providerId="LiveId" clId="{1E298E47-9B33-4BED-B5D2-D85BBBE36CCC}" dt="2026-09-24T23:25:56.286" v="5898" actId="1076"/>
          <ac:spMkLst>
            <pc:docMk/>
            <pc:sldMk cId="1970157548" sldId="311"/>
            <ac:spMk id="3" creationId="{72D9B675-DAF1-DB39-F8CD-AD3095AE0CE4}"/>
          </ac:spMkLst>
        </pc:spChg>
        <pc:picChg chg="del">
          <ac:chgData name="Harun Altay" userId="9168d07a8c73380f" providerId="LiveId" clId="{1E298E47-9B33-4BED-B5D2-D85BBBE36CCC}" dt="2026-09-24T23:24:01.981" v="5769" actId="478"/>
          <ac:picMkLst>
            <pc:docMk/>
            <pc:sldMk cId="1970157548" sldId="311"/>
            <ac:picMk id="4" creationId="{CF989938-5920-E016-B742-11E68C27D78F}"/>
          </ac:picMkLst>
        </pc:picChg>
        <pc:picChg chg="add mod">
          <ac:chgData name="Harun Altay" userId="9168d07a8c73380f" providerId="LiveId" clId="{1E298E47-9B33-4BED-B5D2-D85BBBE36CCC}" dt="2026-09-24T23:24:41.062" v="5832" actId="14100"/>
          <ac:picMkLst>
            <pc:docMk/>
            <pc:sldMk cId="1970157548" sldId="311"/>
            <ac:picMk id="5" creationId="{D3D32907-AA58-60D8-40A8-D749E14579BE}"/>
          </ac:picMkLst>
        </pc:picChg>
      </pc:sldChg>
      <pc:sldChg chg="addSp delSp modSp add mod ord">
        <pc:chgData name="Harun Altay" userId="9168d07a8c73380f" providerId="LiveId" clId="{1E298E47-9B33-4BED-B5D2-D85BBBE36CCC}" dt="2026-09-25T00:03:09.665" v="6449" actId="1076"/>
        <pc:sldMkLst>
          <pc:docMk/>
          <pc:sldMk cId="1814843474" sldId="312"/>
        </pc:sldMkLst>
        <pc:spChg chg="mod">
          <ac:chgData name="Harun Altay" userId="9168d07a8c73380f" providerId="LiveId" clId="{1E298E47-9B33-4BED-B5D2-D85BBBE36CCC}" dt="2026-09-25T00:03:09.665" v="6449" actId="1076"/>
          <ac:spMkLst>
            <pc:docMk/>
            <pc:sldMk cId="1814843474" sldId="312"/>
            <ac:spMk id="3" creationId="{F628E250-1C41-904D-342F-1C1A0075251D}"/>
          </ac:spMkLst>
        </pc:spChg>
        <pc:picChg chg="del">
          <ac:chgData name="Harun Altay" userId="9168d07a8c73380f" providerId="LiveId" clId="{1E298E47-9B33-4BED-B5D2-D85BBBE36CCC}" dt="2026-09-24T23:32:44.198" v="5899" actId="478"/>
          <ac:picMkLst>
            <pc:docMk/>
            <pc:sldMk cId="1814843474" sldId="312"/>
            <ac:picMk id="4" creationId="{E7BB6C08-202E-AD93-4437-8BA03B407F4F}"/>
          </ac:picMkLst>
        </pc:picChg>
        <pc:picChg chg="add mod ord">
          <ac:chgData name="Harun Altay" userId="9168d07a8c73380f" providerId="LiveId" clId="{1E298E47-9B33-4BED-B5D2-D85BBBE36CCC}" dt="2026-09-24T23:39:54.942" v="5963" actId="14100"/>
          <ac:picMkLst>
            <pc:docMk/>
            <pc:sldMk cId="1814843474" sldId="312"/>
            <ac:picMk id="5" creationId="{C26704A0-FD0C-E59E-843F-0441E53C66B0}"/>
          </ac:picMkLst>
        </pc:picChg>
      </pc:sldChg>
      <pc:sldChg chg="addSp delSp modSp add mod">
        <pc:chgData name="Harun Altay" userId="9168d07a8c73380f" providerId="LiveId" clId="{1E298E47-9B33-4BED-B5D2-D85BBBE36CCC}" dt="2026-09-24T23:59:02.404" v="6302" actId="1076"/>
        <pc:sldMkLst>
          <pc:docMk/>
          <pc:sldMk cId="2981336666" sldId="313"/>
        </pc:sldMkLst>
        <pc:spChg chg="mod">
          <ac:chgData name="Harun Altay" userId="9168d07a8c73380f" providerId="LiveId" clId="{1E298E47-9B33-4BED-B5D2-D85BBBE36CCC}" dt="2026-09-24T23:59:02.404" v="6302" actId="1076"/>
          <ac:spMkLst>
            <pc:docMk/>
            <pc:sldMk cId="2981336666" sldId="313"/>
            <ac:spMk id="3" creationId="{1966C215-A759-C86E-6CFE-E045A02157CA}"/>
          </ac:spMkLst>
        </pc:spChg>
        <pc:picChg chg="add mod ord">
          <ac:chgData name="Harun Altay" userId="9168d07a8c73380f" providerId="LiveId" clId="{1E298E47-9B33-4BED-B5D2-D85BBBE36CCC}" dt="2026-09-24T23:46:25.026" v="5990" actId="14100"/>
          <ac:picMkLst>
            <pc:docMk/>
            <pc:sldMk cId="2981336666" sldId="313"/>
            <ac:picMk id="4" creationId="{5E59D3DE-F3DC-FE23-B8AE-843826CD59F5}"/>
          </ac:picMkLst>
        </pc:picChg>
        <pc:picChg chg="del">
          <ac:chgData name="Harun Altay" userId="9168d07a8c73380f" providerId="LiveId" clId="{1E298E47-9B33-4BED-B5D2-D85BBBE36CCC}" dt="2026-09-24T23:45:19.072" v="5965" actId="478"/>
          <ac:picMkLst>
            <pc:docMk/>
            <pc:sldMk cId="2981336666" sldId="313"/>
            <ac:picMk id="5" creationId="{2405186A-D8AB-0269-5705-C87A9A3D9ADB}"/>
          </ac:picMkLst>
        </pc:picChg>
      </pc:sldChg>
      <pc:sldChg chg="addSp delSp modSp add mod">
        <pc:chgData name="Harun Altay" userId="9168d07a8c73380f" providerId="LiveId" clId="{1E298E47-9B33-4BED-B5D2-D85BBBE36CCC}" dt="2026-09-24T23:58:30.268" v="6301" actId="1076"/>
        <pc:sldMkLst>
          <pc:docMk/>
          <pc:sldMk cId="348304317" sldId="314"/>
        </pc:sldMkLst>
        <pc:spChg chg="mod">
          <ac:chgData name="Harun Altay" userId="9168d07a8c73380f" providerId="LiveId" clId="{1E298E47-9B33-4BED-B5D2-D85BBBE36CCC}" dt="2026-09-24T23:58:27.177" v="6300" actId="1076"/>
          <ac:spMkLst>
            <pc:docMk/>
            <pc:sldMk cId="348304317" sldId="314"/>
            <ac:spMk id="3" creationId="{A5CB9D32-66E2-73EB-2B9E-C177A703916B}"/>
          </ac:spMkLst>
        </pc:spChg>
        <pc:spChg chg="add mod">
          <ac:chgData name="Harun Altay" userId="9168d07a8c73380f" providerId="LiveId" clId="{1E298E47-9B33-4BED-B5D2-D85BBBE36CCC}" dt="2026-09-24T23:58:30.268" v="6301" actId="1076"/>
          <ac:spMkLst>
            <pc:docMk/>
            <pc:sldMk cId="348304317" sldId="314"/>
            <ac:spMk id="6" creationId="{DCE0AEC4-2002-1FC9-A168-BBF68E5DB4C0}"/>
          </ac:spMkLst>
        </pc:spChg>
        <pc:picChg chg="add mod ord">
          <ac:chgData name="Harun Altay" userId="9168d07a8c73380f" providerId="LiveId" clId="{1E298E47-9B33-4BED-B5D2-D85BBBE36CCC}" dt="2026-09-24T23:52:22.134" v="6001" actId="14100"/>
          <ac:picMkLst>
            <pc:docMk/>
            <pc:sldMk cId="348304317" sldId="314"/>
            <ac:picMk id="4" creationId="{31BF3C76-AC2B-E01D-120A-745F2D108F8F}"/>
          </ac:picMkLst>
        </pc:picChg>
        <pc:picChg chg="del">
          <ac:chgData name="Harun Altay" userId="9168d07a8c73380f" providerId="LiveId" clId="{1E298E47-9B33-4BED-B5D2-D85BBBE36CCC}" dt="2026-09-24T23:51:33.934" v="5994" actId="478"/>
          <ac:picMkLst>
            <pc:docMk/>
            <pc:sldMk cId="348304317" sldId="314"/>
            <ac:picMk id="5" creationId="{73346DEB-2414-207A-79A3-6414F639DF6F}"/>
          </ac:picMkLst>
        </pc:picChg>
      </pc:sldChg>
      <pc:sldChg chg="addSp delSp modSp add del mod ord">
        <pc:chgData name="Harun Altay" userId="9168d07a8c73380f" providerId="LiveId" clId="{1E298E47-9B33-4BED-B5D2-D85BBBE36CCC}" dt="2026-09-25T06:33:51.657" v="7693" actId="47"/>
        <pc:sldMkLst>
          <pc:docMk/>
          <pc:sldMk cId="1302450516" sldId="315"/>
        </pc:sldMkLst>
        <pc:spChg chg="mod">
          <ac:chgData name="Harun Altay" userId="9168d07a8c73380f" providerId="LiveId" clId="{1E298E47-9B33-4BED-B5D2-D85BBBE36CCC}" dt="2026-09-25T01:10:50.636" v="6649" actId="14100"/>
          <ac:spMkLst>
            <pc:docMk/>
            <pc:sldMk cId="1302450516" sldId="315"/>
            <ac:spMk id="2" creationId="{537FCEFD-A1E5-3BC9-A8D5-C63EAFCA06EC}"/>
          </ac:spMkLst>
        </pc:spChg>
        <pc:spChg chg="del">
          <ac:chgData name="Harun Altay" userId="9168d07a8c73380f" providerId="LiveId" clId="{1E298E47-9B33-4BED-B5D2-D85BBBE36CCC}" dt="2026-09-25T01:10:58.228" v="6650" actId="478"/>
          <ac:spMkLst>
            <pc:docMk/>
            <pc:sldMk cId="1302450516" sldId="315"/>
            <ac:spMk id="3" creationId="{CCDCE21F-1747-4467-1BE9-965A645B56A1}"/>
          </ac:spMkLst>
        </pc:spChg>
        <pc:spChg chg="add del mod">
          <ac:chgData name="Harun Altay" userId="9168d07a8c73380f" providerId="LiveId" clId="{1E298E47-9B33-4BED-B5D2-D85BBBE36CCC}" dt="2026-09-25T01:11:03.930" v="6651" actId="478"/>
          <ac:spMkLst>
            <pc:docMk/>
            <pc:sldMk cId="1302450516" sldId="315"/>
            <ac:spMk id="6" creationId="{8EFBD3CC-6F53-7D1C-B73A-8DCB6CBA0C30}"/>
          </ac:spMkLst>
        </pc:spChg>
        <pc:graphicFrameChg chg="mod modGraphic">
          <ac:chgData name="Harun Altay" userId="9168d07a8c73380f" providerId="LiveId" clId="{1E298E47-9B33-4BED-B5D2-D85BBBE36CCC}" dt="2026-09-25T06:25:04.325" v="7536" actId="1038"/>
          <ac:graphicFrameMkLst>
            <pc:docMk/>
            <pc:sldMk cId="1302450516" sldId="315"/>
            <ac:graphicFrameMk id="4" creationId="{55FC39AB-0DFB-517A-DE33-46030BAA9A3C}"/>
          </ac:graphicFrameMkLst>
        </pc:graphicFrameChg>
      </pc:sldChg>
      <pc:sldChg chg="modSp add mod">
        <pc:chgData name="Harun Altay" userId="9168d07a8c73380f" providerId="LiveId" clId="{1E298E47-9B33-4BED-B5D2-D85BBBE36CCC}" dt="2026-09-25T06:34:02.052" v="7697" actId="6549"/>
        <pc:sldMkLst>
          <pc:docMk/>
          <pc:sldMk cId="1457359417" sldId="316"/>
        </pc:sldMkLst>
        <pc:spChg chg="mod">
          <ac:chgData name="Harun Altay" userId="9168d07a8c73380f" providerId="LiveId" clId="{1E298E47-9B33-4BED-B5D2-D85BBBE36CCC}" dt="2026-09-25T06:34:02.052" v="7697" actId="6549"/>
          <ac:spMkLst>
            <pc:docMk/>
            <pc:sldMk cId="1457359417" sldId="316"/>
            <ac:spMk id="2" creationId="{A4FE07AF-28AE-C126-54DB-9483B95F48CD}"/>
          </ac:spMkLst>
        </pc:spChg>
        <pc:graphicFrameChg chg="mod modGraphic">
          <ac:chgData name="Harun Altay" userId="9168d07a8c73380f" providerId="LiveId" clId="{1E298E47-9B33-4BED-B5D2-D85BBBE36CCC}" dt="2026-09-25T06:31:36.253" v="7692" actId="14734"/>
          <ac:graphicFrameMkLst>
            <pc:docMk/>
            <pc:sldMk cId="1457359417" sldId="316"/>
            <ac:graphicFrameMk id="4" creationId="{17ACDD25-961F-2E2D-3624-150D6D9BB850}"/>
          </ac:graphicFrameMkLst>
        </pc:graphicFrameChg>
      </pc:sldChg>
      <pc:sldChg chg="addSp delSp modSp add mod">
        <pc:chgData name="Harun Altay" userId="9168d07a8c73380f" providerId="LiveId" clId="{1E298E47-9B33-4BED-B5D2-D85BBBE36CCC}" dt="2026-09-25T06:49:06.501" v="7745" actId="14734"/>
        <pc:sldMkLst>
          <pc:docMk/>
          <pc:sldMk cId="48667338" sldId="317"/>
        </pc:sldMkLst>
        <pc:spChg chg="del">
          <ac:chgData name="Harun Altay" userId="9168d07a8c73380f" providerId="LiveId" clId="{1E298E47-9B33-4BED-B5D2-D85BBBE36CCC}" dt="2026-09-25T06:48:13.223" v="7739" actId="478"/>
          <ac:spMkLst>
            <pc:docMk/>
            <pc:sldMk cId="48667338" sldId="317"/>
            <ac:spMk id="3" creationId="{6832D1D6-1726-4D69-8015-FBF81A1D1C07}"/>
          </ac:spMkLst>
        </pc:spChg>
        <pc:spChg chg="add del mod">
          <ac:chgData name="Harun Altay" userId="9168d07a8c73380f" providerId="LiveId" clId="{1E298E47-9B33-4BED-B5D2-D85BBBE36CCC}" dt="2026-09-25T06:48:17.820" v="7740" actId="478"/>
          <ac:spMkLst>
            <pc:docMk/>
            <pc:sldMk cId="48667338" sldId="317"/>
            <ac:spMk id="6" creationId="{ED2DA8F5-D6B9-FFE4-7824-5307C01B74BA}"/>
          </ac:spMkLst>
        </pc:spChg>
        <pc:graphicFrameChg chg="mod modGraphic">
          <ac:chgData name="Harun Altay" userId="9168d07a8c73380f" providerId="LiveId" clId="{1E298E47-9B33-4BED-B5D2-D85BBBE36CCC}" dt="2026-09-25T06:49:06.501" v="7745" actId="14734"/>
          <ac:graphicFrameMkLst>
            <pc:docMk/>
            <pc:sldMk cId="48667338" sldId="317"/>
            <ac:graphicFrameMk id="4" creationId="{85461A13-EC12-DD1F-951F-014A669F1742}"/>
          </ac:graphicFrameMkLst>
        </pc:graphicFrameChg>
      </pc:sldChg>
      <pc:sldChg chg="addSp delSp modSp add mod">
        <pc:chgData name="Harun Altay" userId="9168d07a8c73380f" providerId="LiveId" clId="{1E298E47-9B33-4BED-B5D2-D85BBBE36CCC}" dt="2026-09-25T06:30:40.540" v="7689" actId="1076"/>
        <pc:sldMkLst>
          <pc:docMk/>
          <pc:sldMk cId="2531446554" sldId="318"/>
        </pc:sldMkLst>
        <pc:spChg chg="del">
          <ac:chgData name="Harun Altay" userId="9168d07a8c73380f" providerId="LiveId" clId="{1E298E47-9B33-4BED-B5D2-D85BBBE36CCC}" dt="2026-09-25T06:28:45.560" v="7677" actId="478"/>
          <ac:spMkLst>
            <pc:docMk/>
            <pc:sldMk cId="2531446554" sldId="318"/>
            <ac:spMk id="2" creationId="{3AD6C6A8-344E-8535-7B78-FA57E618D136}"/>
          </ac:spMkLst>
        </pc:spChg>
        <pc:spChg chg="mod">
          <ac:chgData name="Harun Altay" userId="9168d07a8c73380f" providerId="LiveId" clId="{1E298E47-9B33-4BED-B5D2-D85BBBE36CCC}" dt="2026-09-25T06:30:40.540" v="7689" actId="1076"/>
          <ac:spMkLst>
            <pc:docMk/>
            <pc:sldMk cId="2531446554" sldId="318"/>
            <ac:spMk id="3" creationId="{455E2F0B-990D-0648-DBCD-66353CCDFBAE}"/>
          </ac:spMkLst>
        </pc:spChg>
        <pc:spChg chg="add del mod">
          <ac:chgData name="Harun Altay" userId="9168d07a8c73380f" providerId="LiveId" clId="{1E298E47-9B33-4BED-B5D2-D85BBBE36CCC}" dt="2026-09-25T06:28:50.533" v="7678" actId="478"/>
          <ac:spMkLst>
            <pc:docMk/>
            <pc:sldMk cId="2531446554" sldId="318"/>
            <ac:spMk id="5" creationId="{480F7835-C875-2F67-8930-49AD7B09CE9E}"/>
          </ac:spMkLst>
        </pc:spChg>
      </pc:sldChg>
      <pc:sldChg chg="modSp add mod">
        <pc:chgData name="Harun Altay" userId="9168d07a8c73380f" providerId="LiveId" clId="{1E298E47-9B33-4BED-B5D2-D85BBBE36CCC}" dt="2026-09-25T07:07:41.979" v="8233" actId="20577"/>
        <pc:sldMkLst>
          <pc:docMk/>
          <pc:sldMk cId="173060016" sldId="319"/>
        </pc:sldMkLst>
        <pc:spChg chg="mod">
          <ac:chgData name="Harun Altay" userId="9168d07a8c73380f" providerId="LiveId" clId="{1E298E47-9B33-4BED-B5D2-D85BBBE36CCC}" dt="2026-09-25T07:02:22.010" v="7804" actId="20577"/>
          <ac:spMkLst>
            <pc:docMk/>
            <pc:sldMk cId="173060016" sldId="319"/>
            <ac:spMk id="2" creationId="{CEFE9458-417B-FA5E-C46B-21017E365940}"/>
          </ac:spMkLst>
        </pc:spChg>
        <pc:spChg chg="mod">
          <ac:chgData name="Harun Altay" userId="9168d07a8c73380f" providerId="LiveId" clId="{1E298E47-9B33-4BED-B5D2-D85BBBE36CCC}" dt="2026-09-25T07:07:41.979" v="8233" actId="20577"/>
          <ac:spMkLst>
            <pc:docMk/>
            <pc:sldMk cId="173060016" sldId="319"/>
            <ac:spMk id="3" creationId="{A1A814E5-92D6-265D-8A2A-D76EA0946E3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588F4E-3675-40DB-9220-26466038BC35}" type="datetimeFigureOut">
              <a:rPr lang="tr-TR" smtClean="0"/>
              <a:t>25.09.2026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FCD7F9-B398-45A2-94A0-E9DE0680DB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21643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FCD7F9-B398-45A2-94A0-E9DE0680DBAF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5444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C24F5E4-5D46-754F-90BC-356382B9C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2554273-EA2F-DC73-4FE1-4481797E6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2960F62-6EA7-1DCA-00A5-95829AC90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1F49D-51DC-4353-AA5E-05FE8786A758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49E3364-CDC1-3C2B-0246-325048734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41041D6-6F1A-8E3B-C083-0A7878FFC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27390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5F1C183-8170-135E-8C50-55FAB1D9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DA54E61-5AA8-6B40-F657-175AF01AD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10B7CDF-5F28-2E99-3366-0D4FB1413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72F27-F128-4B68-926B-C496DC38618F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5D138E6-58DE-CF7F-DFBE-680B6663B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A74E824-D844-D170-1D33-BFF50DD49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8997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DD81705-44FE-062E-27B2-B4304D99D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E29C7A2-51FC-10F8-D43E-5EFD59D95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FC0E555-8D1F-236E-BFB1-08123AD52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5E9F-399B-4CBC-87EE-198C34067A1D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7ADFE2B-E09E-9546-2E13-4A88CA21B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EA35B2E-701A-C052-9F09-F17483089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72655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5EF9CED-7E3F-2C33-537D-18FCB2D98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B68D142-579E-9432-B371-FC346B0D4D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A08A33C-4AB9-95C0-5997-6B2336758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F1A46B4-4CCE-6301-6D44-B4E6AA701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EAF4F-0C2D-439E-BD32-BCCB7DCDA994}" type="datetime1">
              <a:rPr lang="tr-TR" smtClean="0"/>
              <a:t>25.09.2026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1E8C2A1-EDAC-542F-1DFB-952131A8F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A4807B5-80BA-1EE5-7AA0-3815CDC49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33714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8E737DA-3BBB-31DD-274C-BC66A7A9B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34C9C8D-449B-69B7-E3B2-BDA27789F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7CA9E3A-BFF2-DEAC-03BE-B33837F7E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C3AFB02E-9C07-0320-327E-9DE7D99B5A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57D19A3B-4597-CF77-253D-4432848744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A3675815-F1FB-6940-1CD2-ABFDD211E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AC57-E932-4B31-8A8B-90137E7295CB}" type="datetime1">
              <a:rPr lang="tr-TR" smtClean="0"/>
              <a:t>25.09.2026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37ACAD19-475D-5DDD-48AA-6592E238D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384E5B9F-81D5-B398-D292-5AE776B7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9249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1773EEE-40D4-0DFE-DAD5-2F9F139E7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41099ECD-053C-92EA-011D-3CF01129E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FBF74-6E94-4323-A735-12508C54A430}" type="datetime1">
              <a:rPr lang="tr-TR" smtClean="0"/>
              <a:t>25.09.2026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7C59FCE-210B-D239-E8D5-E637B71FD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AF44BAA-8D3C-4FB6-27AC-804D8FDD6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03410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645831C1-9FA1-2614-1266-2C981BAFD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924C-4DA0-4B68-B1C3-68ED2F1D36BB}" type="datetime1">
              <a:rPr lang="tr-TR" smtClean="0"/>
              <a:t>25.09.2026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468522E5-D6A0-BB50-CBA0-86C972CC0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4B5989D-5BE6-1EB9-FA38-8D0E5F2F5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709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0E4E145-818D-7F25-B65A-6EE6A79EA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A3DBBC6-4362-9308-E7C5-4EC2E5D93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AA8F9DA4-8215-13E9-8A3E-C8715B715C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72D65B9-63B2-66C9-FE44-8972087ED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5484-6478-4CA1-986F-3503D418C519}" type="datetime1">
              <a:rPr lang="tr-TR" smtClean="0"/>
              <a:t>25.09.2026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A3B36FA-56A3-721C-F702-A40285866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9A565AD-1B80-6485-4B50-C7D900948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46858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9F429C4-AE16-A65B-60C0-FFB290770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F5D13186-48DF-4470-3A1E-6F2FF33D65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4C4E2E5-E9A0-2FFE-B571-B17934778F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0A79469-462D-5EA4-5103-AE1F15DD8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CA174-3F35-4EC9-8602-0BE460802ABF}" type="datetime1">
              <a:rPr lang="tr-TR" smtClean="0"/>
              <a:t>25.09.2026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7F724A5-FD41-0C5C-602A-52573CE48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9C59320-8B12-B1FD-93E7-910036121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19314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AF1A7EA-D755-C535-021A-BF45A8220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BA58564-6472-2780-B234-3C0D421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70F0A0C-0405-6A56-CF97-B04C3005F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381A7-30B7-42F3-9FAA-B0CA7D840D09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8E81BA5-0186-C477-2329-CD71790F7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78EAEBF-BC66-DFCA-7703-4D811751A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4576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738B0463-DCFC-8C1D-C2C8-239F5324AB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82961B4-A8FF-0F3B-5DEF-A886B0664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9A1B5BC-8CDA-8FC2-9C46-452235ACA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B5FF5-A25E-4962-9109-204BA4BAC34F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1E50A3C-258B-400F-28E5-055B8FD64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DB8F3FF-DF81-BAC0-8C1B-52A600667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99497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3ACB1AE5-1E8E-B047-78F5-22506BB51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C13E30C-C988-5466-C6EA-9C854DF90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A823E31-0707-79C5-0E53-5325CF7A0B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191261-EC42-4438-8A8B-1E35F059B980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D56087A-2486-5B66-2A0E-7FCB09374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C259445-B689-62FC-E7EF-21427E16E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6A583B-49D3-4431-A76E-5306057765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048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h.altay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harunaltay.github.io/python/index.html" TargetMode="External"/><Relationship Id="rId2" Type="http://schemas.openxmlformats.org/officeDocument/2006/relationships/hyperlink" Target="https://harunaltay.github.io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urvey.stackoverflow.co/2025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urvey.stackoverflow.co/2025/technology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pectrum.ieee.org/top-programming-languages-2025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obe.com/tiobe-index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" TargetMode="External"/><Relationship Id="rId2" Type="http://schemas.openxmlformats.org/officeDocument/2006/relationships/hyperlink" Target="https://onecompiler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elopers.google.com/colab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xit.com/pdf-reader/" TargetMode="External"/><Relationship Id="rId2" Type="http://schemas.openxmlformats.org/officeDocument/2006/relationships/hyperlink" Target="https://harunaltay.github.io/python/Ayarlar_ve_Yuklemeler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alibre-ebook.com/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jdk.java.net/" TargetMode="Externa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dk.java.net/jmc/9/" TargetMode="External"/><Relationship Id="rId5" Type="http://schemas.openxmlformats.org/officeDocument/2006/relationships/hyperlink" Target="https://jdk.java.net/javafx27/" TargetMode="External"/><Relationship Id="rId4" Type="http://schemas.openxmlformats.org/officeDocument/2006/relationships/hyperlink" Target="https://jdk.java.net/27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hyperlink" Target="https://dotnet.microsoft.com/en-us/download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/" TargetMode="External"/><Relationship Id="rId2" Type="http://schemas.openxmlformats.org/officeDocument/2006/relationships/hyperlink" Target="https://www.w3schools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necompiler.com/" TargetMode="External"/><Relationship Id="rId5" Type="http://schemas.openxmlformats.org/officeDocument/2006/relationships/hyperlink" Target="https://www.tutorialspoint.com/" TargetMode="External"/><Relationship Id="rId4" Type="http://schemas.openxmlformats.org/officeDocument/2006/relationships/hyperlink" Target="http://www.w3schools.com/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E55D672-636B-D8D9-E491-AC9288A980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41188"/>
            <a:ext cx="9144000" cy="825909"/>
          </a:xfrm>
        </p:spPr>
        <p:txBody>
          <a:bodyPr>
            <a:normAutofit/>
          </a:bodyPr>
          <a:lstStyle/>
          <a:p>
            <a:r>
              <a:rPr lang="tr-TR" sz="3600" dirty="0"/>
              <a:t>Yazılıma ve Programlama Dillerine Giriş</a:t>
            </a:r>
            <a:endParaRPr lang="tr-TR" sz="3100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6A635C0-DEFB-7FD9-6741-C755FFF7E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00" y="2428521"/>
            <a:ext cx="4975122" cy="2556260"/>
          </a:xfrm>
        </p:spPr>
        <p:txBody>
          <a:bodyPr>
            <a:normAutofit/>
          </a:bodyPr>
          <a:lstStyle/>
          <a:p>
            <a:pPr algn="l"/>
            <a:r>
              <a:rPr lang="tr-TR" dirty="0"/>
              <a:t>Harun Altay ( </a:t>
            </a:r>
            <a:r>
              <a:rPr lang="tr-TR" dirty="0">
                <a:hlinkClick r:id="rId3"/>
              </a:rPr>
              <a:t>h.altay@gmail.com</a:t>
            </a:r>
            <a:r>
              <a:rPr lang="tr-TR" dirty="0"/>
              <a:t> )</a:t>
            </a:r>
          </a:p>
          <a:p>
            <a:pPr algn="l"/>
            <a:r>
              <a:rPr lang="tr-TR" dirty="0"/>
              <a:t>Özkan </a:t>
            </a:r>
            <a:r>
              <a:rPr lang="tr-TR" dirty="0" err="1"/>
              <a:t>Abut</a:t>
            </a:r>
            <a:endParaRPr lang="tr-TR" dirty="0"/>
          </a:p>
          <a:p>
            <a:pPr algn="l"/>
            <a:r>
              <a:rPr lang="tr-TR" dirty="0"/>
              <a:t>Ahmet Yusuf Söylemezoğlu</a:t>
            </a:r>
          </a:p>
          <a:p>
            <a:pPr algn="l"/>
            <a:endParaRPr lang="tr-TR" dirty="0"/>
          </a:p>
          <a:p>
            <a:pPr algn="l"/>
            <a:r>
              <a:rPr lang="tr-TR" dirty="0"/>
              <a:t>2026 09 </a:t>
            </a:r>
            <a:r>
              <a:rPr lang="tr-TR"/>
              <a:t>25 Cuma</a:t>
            </a:r>
            <a:endParaRPr lang="tr-TR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7525983-7962-B133-6799-82B77BCAB76A}"/>
              </a:ext>
            </a:extLst>
          </p:cNvPr>
          <p:cNvSpPr txBox="1"/>
          <p:nvPr/>
        </p:nvSpPr>
        <p:spPr>
          <a:xfrm>
            <a:off x="1838634" y="1411555"/>
            <a:ext cx="7964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400" dirty="0"/>
              <a:t>Seminer, Sıfırdan, Hiç Bilmeyenlere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0FDA4948-69C5-C5E9-DFBE-933049391C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394" y="2026241"/>
            <a:ext cx="5708727" cy="248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870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BAE07-294C-F097-A42D-EDF9268C1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AD1CFB61-EA21-4355-182E-8B560C34852C}"/>
              </a:ext>
            </a:extLst>
          </p:cNvPr>
          <p:cNvSpPr txBox="1"/>
          <p:nvPr/>
        </p:nvSpPr>
        <p:spPr>
          <a:xfrm>
            <a:off x="7541342" y="400664"/>
            <a:ext cx="37645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/>
              <a:t>Google: </a:t>
            </a:r>
            <a:r>
              <a:rPr lang="en-US" sz="2800" dirty="0"/>
              <a:t>what are the 10 richest companies in the world</a:t>
            </a:r>
            <a:endParaRPr lang="tr-TR" sz="2800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EA8D7916-682F-DBCA-3FFF-766555EC2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63" y="0"/>
            <a:ext cx="5482114" cy="6858000"/>
          </a:xfrm>
          <a:prstGeom prst="rect">
            <a:avLst/>
          </a:prstGeom>
        </p:spPr>
      </p:pic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54D03920-07D5-DC2C-EC22-F2CEBBE39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89AA-5FB4-493D-B316-F46593A9A95F}" type="datetime1">
              <a:rPr lang="tr-TR" smtClean="0"/>
              <a:t>25.09.2026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A77591FE-4584-A809-E335-3D17B66CF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25592B3D-83CF-A7BB-220D-A0494BA4B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9443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65EDF-939C-1F94-7DC8-C0AE82A3A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E3A07CAE-0C70-0016-2AF1-C9C0E8C49C49}"/>
              </a:ext>
            </a:extLst>
          </p:cNvPr>
          <p:cNvSpPr txBox="1"/>
          <p:nvPr/>
        </p:nvSpPr>
        <p:spPr>
          <a:xfrm>
            <a:off x="7129862" y="400664"/>
            <a:ext cx="37645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/>
              <a:t>Google: </a:t>
            </a:r>
            <a:r>
              <a:rPr lang="en-US" sz="2800" dirty="0"/>
              <a:t>what are the 10 richest companies in the world</a:t>
            </a:r>
            <a:endParaRPr lang="tr-TR" sz="2800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08BADC85-7D7D-7F36-3D3E-38A0B1A9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51" y="0"/>
            <a:ext cx="4999757" cy="6858000"/>
          </a:xfrm>
          <a:prstGeom prst="rect">
            <a:avLst/>
          </a:prstGeom>
        </p:spPr>
      </p:pic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B2BFD690-FD86-7349-6B92-0CE024150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C30DB-9A9A-407B-8F85-2EF59053FD42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AAB063A-1018-7624-CA5B-DD16E323E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E6D7181-3435-96C6-165E-35CCB614C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6286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A413A63-67E2-300B-1344-FB5F0B935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0089" y="540755"/>
            <a:ext cx="3203718" cy="1897645"/>
          </a:xfrm>
        </p:spPr>
        <p:txBody>
          <a:bodyPr>
            <a:normAutofit/>
          </a:bodyPr>
          <a:lstStyle/>
          <a:p>
            <a:r>
              <a:rPr lang="tr-TR" sz="2800" dirty="0"/>
              <a:t>Türk Hava Yolları ile WhatsApp’ın karşılaştırması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FDEC545F-0C7C-0E1E-1B05-1376993D49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59CB061E-9FC9-85DC-F5BD-5F9D7AC62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C0D17-D0F7-4921-92A7-F82ABD37D906}" type="datetime1">
              <a:rPr lang="tr-TR" smtClean="0"/>
              <a:t>25.09.2026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BD6D7420-2D93-ACCF-9812-CAF9ECCCF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52417D0-00E4-BB81-E957-2C3D00E16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5869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BCC9A-533C-3E2F-9B47-B2175FE8E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B4C0597-EEA0-11F2-51B2-7936A387E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666" y="4506972"/>
            <a:ext cx="5649985" cy="1343222"/>
          </a:xfrm>
        </p:spPr>
        <p:txBody>
          <a:bodyPr>
            <a:normAutofit/>
          </a:bodyPr>
          <a:lstStyle/>
          <a:p>
            <a:r>
              <a:rPr lang="tr-TR" sz="3200" dirty="0"/>
              <a:t>Sektörlerin karlılık oranlarının karşılaştırması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D2B192D3-80C1-4FC4-FA57-3EB60E5E2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4" y="129092"/>
            <a:ext cx="8168080" cy="3775934"/>
          </a:xfrm>
          <a:prstGeom prst="rect">
            <a:avLst/>
          </a:prstGeom>
        </p:spPr>
      </p:pic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AC343998-094A-6ED7-2E36-88C9A3F97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A9F3D-0371-49E3-99E7-76A4D5BBDDE8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FA7A340-F3E3-AFB9-6B7A-E4A069624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124AFB0-70EA-7241-9CB4-6F8E01644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98734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4869C-62F0-A023-3A79-1F036E269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F7F74FF-0458-4A70-9889-9A301B1D2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tr-TR" sz="3600" dirty="0"/>
              <a:t>Bu eğitim kimin içindir?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F481CC2-0E24-822C-166F-C0A82E729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/>
          </a:bodyPr>
          <a:lstStyle/>
          <a:p>
            <a:r>
              <a:rPr lang="tr-TR" dirty="0"/>
              <a:t>Yazılımı geliştirmeyi ve programcılığı hiç bilmeyenler içindir</a:t>
            </a:r>
          </a:p>
          <a:p>
            <a:r>
              <a:rPr lang="tr-TR" dirty="0"/>
              <a:t>İlkokul, orta okul, lise ve üniversite öğrencileri içindir</a:t>
            </a:r>
          </a:p>
          <a:p>
            <a:r>
              <a:rPr lang="tr-TR" dirty="0"/>
              <a:t>Hobi arayan emekliler, ev hanımları ve herkes içindir</a:t>
            </a:r>
          </a:p>
          <a:p>
            <a:r>
              <a:rPr lang="tr-TR" dirty="0" err="1"/>
              <a:t>Yazılımcılık</a:t>
            </a:r>
            <a:r>
              <a:rPr lang="tr-TR" dirty="0"/>
              <a:t> acaba bana meslek olur mu diyenler içindir</a:t>
            </a:r>
          </a:p>
          <a:p>
            <a:r>
              <a:rPr lang="tr-TR" dirty="0" err="1"/>
              <a:t>Yazılımcılığın</a:t>
            </a:r>
            <a:r>
              <a:rPr lang="tr-TR" dirty="0"/>
              <a:t> «Yönetici Özetini (</a:t>
            </a:r>
            <a:r>
              <a:rPr lang="tr-TR"/>
              <a:t>management </a:t>
            </a:r>
            <a:r>
              <a:rPr lang="tr-TR" dirty="0" err="1"/>
              <a:t>summary</a:t>
            </a:r>
            <a:r>
              <a:rPr lang="tr-TR" dirty="0"/>
              <a:t>)» görmek isteyenler içindir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2EF1EEE-BF97-7861-D880-10B5DAEA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90591-5B3F-4E6A-A4B5-910A3B0B03FF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D7ABFEB-FCFD-D25C-ABA3-39ECD8554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A7BEB0C-B7F1-F1A0-F63A-BDE9E4DE1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90205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EB97F-036C-71A1-F545-851BB9D7E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EFE9458-417B-FA5E-C46B-21017E365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tr-TR" sz="3600" dirty="0"/>
              <a:t>Yazılımcı Hayatından Örnekler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1A814E5-92D6-265D-8A2A-D76EA0946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/>
          </a:bodyPr>
          <a:lstStyle/>
          <a:p>
            <a:r>
              <a:rPr lang="tr-TR" dirty="0"/>
              <a:t>Yazılımcı olmak için Bilgisayar Mühendisi </a:t>
            </a:r>
            <a:r>
              <a:rPr lang="tr-TR"/>
              <a:t>olmak şart </a:t>
            </a:r>
            <a:r>
              <a:rPr lang="tr-TR" dirty="0"/>
              <a:t>mı?</a:t>
            </a:r>
          </a:p>
          <a:p>
            <a:endParaRPr lang="tr-TR" dirty="0"/>
          </a:p>
          <a:p>
            <a:r>
              <a:rPr lang="tr-TR" dirty="0" err="1"/>
              <a:t>Belbim’den</a:t>
            </a:r>
            <a:r>
              <a:rPr lang="tr-TR" dirty="0"/>
              <a:t> bir şef arkadaş, elektronik mühendisi</a:t>
            </a:r>
          </a:p>
          <a:p>
            <a:r>
              <a:rPr lang="tr-TR" dirty="0" err="1"/>
              <a:t>Belbim’den</a:t>
            </a:r>
            <a:r>
              <a:rPr lang="tr-TR" dirty="0"/>
              <a:t> başka bir şef ve bir yeni mühendis arkadaş, ikisi de elektronik mühendisi</a:t>
            </a:r>
          </a:p>
          <a:p>
            <a:r>
              <a:rPr lang="tr-TR" dirty="0" err="1"/>
              <a:t>Mikroçağ’dan</a:t>
            </a:r>
            <a:r>
              <a:rPr lang="tr-TR" dirty="0"/>
              <a:t> programcı bir arkadaş</a:t>
            </a:r>
          </a:p>
          <a:p>
            <a:r>
              <a:rPr lang="tr-TR" dirty="0"/>
              <a:t>Bir ERP şirketinin programcısı, lise mezunu</a:t>
            </a:r>
          </a:p>
          <a:p>
            <a:r>
              <a:rPr lang="tr-TR" dirty="0"/>
              <a:t>Ahmet Yusuf, yeğenim</a:t>
            </a:r>
          </a:p>
          <a:p>
            <a:r>
              <a:rPr lang="tr-TR" dirty="0"/>
              <a:t>Yusuf Kerem, bacanağımın oğlu</a:t>
            </a:r>
          </a:p>
          <a:p>
            <a:r>
              <a:rPr lang="tr-TR" dirty="0"/>
              <a:t>Bir CRM şirketinin hikayesi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0DC54C9-4772-53EE-E2FA-0CF0007DF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90591-5B3F-4E6A-A4B5-910A3B0B03FF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A95F2F3-6A06-F802-5ED6-BCEF0A217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735D7EC-7330-ADCB-D674-2C7C4B2C9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060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9A12F-EED5-0BA9-D8F4-36F2C3175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72D9B675-DAF1-DB39-F8CD-AD3095AE0CE4}"/>
              </a:ext>
            </a:extLst>
          </p:cNvPr>
          <p:cNvSpPr txBox="1"/>
          <p:nvPr/>
        </p:nvSpPr>
        <p:spPr>
          <a:xfrm>
            <a:off x="7415612" y="869294"/>
            <a:ext cx="37645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/>
              <a:t>Dizüstü, tablet ve akıllı telefonlar tam birer bilgisayarlardır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D3D32907-AA58-60D8-40A8-D749E14579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9" y="400664"/>
            <a:ext cx="6953589" cy="5656581"/>
          </a:xfrm>
          <a:prstGeom prst="rect">
            <a:avLst/>
          </a:prstGeom>
        </p:spPr>
      </p:pic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E6112D9C-9969-BC71-F4F3-FDAF2414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ECFD1-912F-440E-B5D2-E8507637DDA3}" type="datetime1">
              <a:rPr lang="tr-TR" smtClean="0"/>
              <a:t>25.09.2026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30B8942-0F0D-2D6B-52FF-29A0A21BB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C0544FE-5981-80E5-E0EF-874EDDABB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70157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C4B87-0194-DE33-1678-0AC4A6CFC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31BF3C76-AC2B-E01D-120A-745F2D108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21" y="509395"/>
            <a:ext cx="7606963" cy="4278916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A5CB9D32-66E2-73EB-2B9E-C177A703916B}"/>
              </a:ext>
            </a:extLst>
          </p:cNvPr>
          <p:cNvSpPr txBox="1"/>
          <p:nvPr/>
        </p:nvSpPr>
        <p:spPr>
          <a:xfrm>
            <a:off x="8192361" y="827194"/>
            <a:ext cx="376459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/>
              <a:t>Bilgisayar çeşitlerine örnek olarak, sadece «</a:t>
            </a:r>
            <a:r>
              <a:rPr lang="tr-TR" sz="2800" dirty="0" err="1"/>
              <a:t>iot</a:t>
            </a:r>
            <a:r>
              <a:rPr lang="tr-TR" sz="2800" dirty="0"/>
              <a:t>» cihazlarının bazı çeşitleri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DCE0AEC4-2002-1FC9-A168-BBF68E5DB4C0}"/>
              </a:ext>
            </a:extLst>
          </p:cNvPr>
          <p:cNvSpPr txBox="1"/>
          <p:nvPr/>
        </p:nvSpPr>
        <p:spPr>
          <a:xfrm>
            <a:off x="8192361" y="2841523"/>
            <a:ext cx="34117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İot</a:t>
            </a:r>
            <a:r>
              <a:rPr lang="tr-TR" dirty="0"/>
              <a:t>: (internet of </a:t>
            </a:r>
            <a:r>
              <a:rPr lang="tr-TR" dirty="0" err="1"/>
              <a:t>things</a:t>
            </a:r>
            <a:r>
              <a:rPr lang="tr-TR" dirty="0"/>
              <a:t>):</a:t>
            </a:r>
          </a:p>
          <a:p>
            <a:r>
              <a:rPr lang="tr-TR" dirty="0"/>
              <a:t>Birbirine internet ve benzeri bir bağ ile bağlanmış, küçüklü büyüklü cihazlar, donanımı ile yazılımı ile beraber</a:t>
            </a:r>
          </a:p>
        </p:txBody>
      </p:sp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EE04E5D-A0DE-B3F0-E359-A42AD0AC5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DE6A9-2411-46E2-B574-284264D3EA73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11EB380-22FE-F038-7F3F-4408A52B8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7043C78-A403-9F94-E41B-A607C2FDE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304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14E0C-1C8D-83B3-9860-112857FE7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5E59D3DE-F3DC-FE23-B8AE-843826CD5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177290"/>
            <a:ext cx="8499659" cy="4781058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1966C215-A759-C86E-6CFE-E045A02157CA}"/>
              </a:ext>
            </a:extLst>
          </p:cNvPr>
          <p:cNvSpPr txBox="1"/>
          <p:nvPr/>
        </p:nvSpPr>
        <p:spPr>
          <a:xfrm>
            <a:off x="9075174" y="1079090"/>
            <a:ext cx="26353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/>
              <a:t>Google: Yazılım Çeşitleri</a:t>
            </a:r>
          </a:p>
        </p:txBody>
      </p:sp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7550C781-CA66-A0D3-D83C-EF3C0885C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646A-5437-49DA-951A-D7D791F9EE00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B20AFEA-4AC3-EDEA-9F95-F66D3FDD6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C0D5274-46C8-C98C-ACEF-2C232F7A6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1336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A93D1-D725-E38F-0238-7889206DB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C26704A0-FD0C-E59E-843F-0441E53C6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50" y="952499"/>
            <a:ext cx="7496810" cy="5001161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F628E250-1C41-904D-342F-1C1A0075251D}"/>
              </a:ext>
            </a:extLst>
          </p:cNvPr>
          <p:cNvSpPr txBox="1"/>
          <p:nvPr/>
        </p:nvSpPr>
        <p:spPr>
          <a:xfrm>
            <a:off x="8024597" y="1344561"/>
            <a:ext cx="37645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/>
              <a:t>Google: sağlık sektörü yazılımları çeşitleri</a:t>
            </a:r>
          </a:p>
        </p:txBody>
      </p:sp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2B26C299-4E86-02E5-E092-EB4A3BC00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C6A6F-D769-4D7D-90A6-54BF9D528B41}" type="datetime1">
              <a:rPr lang="tr-TR" smtClean="0"/>
              <a:t>25.09.2026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18A29E9D-D260-E9BF-4F55-70C8988CA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4DE9765-F29B-EC3D-D195-AD71A1BBD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14843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1B344-9BD0-FF69-9013-86B10D14D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7A23293-5DDD-F2F0-DDC8-D0D00F912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tr-TR" sz="3600" dirty="0"/>
              <a:t>Yazılıma ve Programlama Dillerine Giriş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B276425-024C-3BFD-A1A3-C9AA6AFED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 fontScale="85000" lnSpcReduction="20000"/>
          </a:bodyPr>
          <a:lstStyle/>
          <a:p>
            <a:r>
              <a:rPr lang="tr-TR" dirty="0"/>
              <a:t>Bu eğitim kimin içindir?</a:t>
            </a:r>
          </a:p>
          <a:p>
            <a:r>
              <a:rPr lang="tr-TR" dirty="0"/>
              <a:t>Bu eğitimin/seminerin web sayfası </a:t>
            </a:r>
          </a:p>
          <a:p>
            <a:r>
              <a:rPr lang="tr-TR" dirty="0"/>
              <a:t>Öğrenme kaynaklarımız nelerdir? </a:t>
            </a:r>
          </a:p>
          <a:p>
            <a:r>
              <a:rPr lang="tr-TR" dirty="0"/>
              <a:t>Yazılım nerelerde ve nasıl kullanılır?</a:t>
            </a:r>
          </a:p>
          <a:p>
            <a:r>
              <a:rPr lang="tr-TR" dirty="0"/>
              <a:t>Hangi programlama dili, hangi alanlarda, ne için kullanılır?</a:t>
            </a:r>
          </a:p>
          <a:p>
            <a:r>
              <a:rPr lang="tr-TR" dirty="0"/>
              <a:t>Popüler Programlama dilleri hangileridir? </a:t>
            </a:r>
          </a:p>
          <a:p>
            <a:r>
              <a:rPr lang="tr-TR" dirty="0"/>
              <a:t>Bir program nasıl ve nerede çalıştırılır?</a:t>
            </a:r>
          </a:p>
          <a:p>
            <a:r>
              <a:rPr lang="tr-TR" dirty="0"/>
              <a:t>Merhaba Dünya programı ne demektir?</a:t>
            </a:r>
          </a:p>
          <a:p>
            <a:r>
              <a:rPr lang="tr-TR" dirty="0"/>
              <a:t>Bilgisayarımızda yapmamız gereken ayarlar. </a:t>
            </a:r>
          </a:p>
          <a:p>
            <a:r>
              <a:rPr lang="tr-TR" dirty="0"/>
              <a:t>Bu eğitimde hangi programlama dillerini göreceğiz? </a:t>
            </a:r>
          </a:p>
          <a:p>
            <a:pPr lvl="1"/>
            <a:r>
              <a:rPr lang="tr-TR" dirty="0"/>
              <a:t>Python</a:t>
            </a:r>
          </a:p>
          <a:p>
            <a:pPr lvl="1"/>
            <a:r>
              <a:rPr lang="tr-TR" dirty="0"/>
              <a:t>C# (.NET)</a:t>
            </a:r>
          </a:p>
          <a:p>
            <a:r>
              <a:rPr lang="tr-TR" dirty="0"/>
              <a:t>Örnek Giriş Programları</a:t>
            </a:r>
          </a:p>
          <a:p>
            <a:r>
              <a:rPr lang="tr-TR" dirty="0"/>
              <a:t>Bu seminerde neler yoktur?</a:t>
            </a:r>
          </a:p>
          <a:p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937DCAD-63DA-ABDB-20B5-39864956D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B6ACD-0C76-4F71-96B9-0FCA794ADD48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1463C24-5356-7329-9ED8-C875BC997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08D76BF-F4A3-66DD-651E-301E4C7EC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7220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59118-4C67-1807-4325-558CB8389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98B078F-EBC7-4941-1C56-F3A34E7E5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tr-TR" sz="3600" dirty="0"/>
              <a:t>Bu eğitimin/seminerin web sayfası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146C788-6FA4-FE25-FA52-8733CEB76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/>
          </a:bodyPr>
          <a:lstStyle/>
          <a:p>
            <a:endParaRPr lang="tr-TR" dirty="0"/>
          </a:p>
          <a:p>
            <a:r>
              <a:rPr lang="tr-TR" dirty="0">
                <a:hlinkClick r:id="rId2"/>
              </a:rPr>
              <a:t>https://harunaltay.github.io/</a:t>
            </a:r>
            <a:r>
              <a:rPr lang="tr-TR" dirty="0"/>
              <a:t> </a:t>
            </a:r>
          </a:p>
          <a:p>
            <a:r>
              <a:rPr lang="tr-TR" dirty="0">
                <a:hlinkClick r:id="rId3"/>
              </a:rPr>
              <a:t>https://harunaltay.github.io/python/index</a:t>
            </a:r>
            <a:r>
              <a:rPr lang="tr-TR">
                <a:hlinkClick r:id="rId3"/>
              </a:rPr>
              <a:t>.html</a:t>
            </a:r>
            <a:r>
              <a:rPr lang="tr-TR"/>
              <a:t> </a:t>
            </a:r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ED1D63A-B736-26BC-AADF-ABEDCD0FF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50C3B-26BB-4CD6-9309-642C6F15448D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9D8A4CC-2BAB-5FDE-552C-DCBE0E539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BA55823-4AA1-2ED1-902D-DEBDB243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01110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70D0F-90FB-A053-8C23-4DCFB96BC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D585871-C68B-A85A-8DDE-8CF6FD209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tr-TR" sz="3600" dirty="0"/>
              <a:t>Öğrenme kaynaklarımız nelerdir?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B9288ED-255E-ED2A-9912-2EB78644B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 fontScale="92500" lnSpcReduction="20000"/>
          </a:bodyPr>
          <a:lstStyle/>
          <a:p>
            <a:r>
              <a:rPr lang="tr-TR" dirty="0"/>
              <a:t>Google, </a:t>
            </a:r>
          </a:p>
          <a:p>
            <a:r>
              <a:rPr lang="tr-TR" dirty="0"/>
              <a:t>Yapay Zeka, </a:t>
            </a:r>
          </a:p>
          <a:p>
            <a:r>
              <a:rPr lang="tr-TR" dirty="0"/>
              <a:t>YouTube, </a:t>
            </a:r>
          </a:p>
          <a:p>
            <a:r>
              <a:rPr lang="tr-TR" dirty="0"/>
              <a:t>Web’de </a:t>
            </a:r>
            <a:r>
              <a:rPr lang="tr-TR" dirty="0" err="1"/>
              <a:t>Tutorial’ler</a:t>
            </a:r>
            <a:r>
              <a:rPr lang="tr-TR" dirty="0"/>
              <a:t>, </a:t>
            </a:r>
          </a:p>
          <a:p>
            <a:r>
              <a:rPr lang="tr-TR" dirty="0"/>
              <a:t>MOOC, </a:t>
            </a:r>
          </a:p>
          <a:p>
            <a:pPr lvl="1"/>
            <a:r>
              <a:rPr lang="tr-TR" dirty="0" err="1"/>
              <a:t>Udemy</a:t>
            </a:r>
            <a:r>
              <a:rPr lang="tr-TR" dirty="0"/>
              <a:t>, </a:t>
            </a:r>
          </a:p>
          <a:p>
            <a:pPr lvl="1"/>
            <a:r>
              <a:rPr lang="tr-TR" dirty="0"/>
              <a:t>BTK Akademi, (ücretsiz)</a:t>
            </a:r>
          </a:p>
          <a:p>
            <a:pPr lvl="1"/>
            <a:r>
              <a:rPr lang="tr-TR" dirty="0"/>
              <a:t>İSMEK, (ücretsiz)</a:t>
            </a:r>
          </a:p>
          <a:p>
            <a:pPr lvl="1"/>
            <a:r>
              <a:rPr lang="tr-TR" dirty="0"/>
              <a:t>LinkedIn Learning, </a:t>
            </a:r>
          </a:p>
          <a:p>
            <a:pPr lvl="1"/>
            <a:r>
              <a:rPr lang="tr-TR" dirty="0"/>
              <a:t>Ve daha çok</a:t>
            </a:r>
          </a:p>
          <a:p>
            <a:r>
              <a:rPr lang="tr-TR" dirty="0"/>
              <a:t>Kitaplar </a:t>
            </a:r>
          </a:p>
          <a:p>
            <a:pPr lvl="1"/>
            <a:r>
              <a:rPr lang="tr-TR" dirty="0"/>
              <a:t>Türkçe</a:t>
            </a:r>
          </a:p>
          <a:p>
            <a:pPr lvl="1"/>
            <a:r>
              <a:rPr lang="tr-TR" dirty="0"/>
              <a:t>İngilizce (pdf dosyaları </a:t>
            </a:r>
            <a:r>
              <a:rPr lang="tr-TR" dirty="0" err="1"/>
              <a:t>Yandex’de</a:t>
            </a:r>
            <a:r>
              <a:rPr lang="tr-TR" dirty="0"/>
              <a:t> var)</a:t>
            </a:r>
          </a:p>
          <a:p>
            <a:pPr lvl="1"/>
            <a:r>
              <a:rPr lang="tr-TR" dirty="0"/>
              <a:t>(Amazon ve Türk Sitelerinden alınabiliyor)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7E882DE-CF46-235E-E8D2-2C09FF847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F5416-4C6E-4457-8D8E-988B56C31E5E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917FD58-9F8A-F536-FE1D-0B3857E3C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8B564B3-3CB4-C559-44E9-68C2FBA7B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49275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85AA6-2733-3CCA-0D87-3143D62A1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2FD570C-0308-3505-8C30-2882E1E89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tr-TR" sz="3600" dirty="0"/>
              <a:t>Yazılım nerelerde ve nasıl kullanılır?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98057F3-8466-6496-4F84-DE364F7E3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tr-TR" dirty="0"/>
              <a:t>Arayınız: </a:t>
            </a:r>
            <a:r>
              <a:rPr lang="en-US" dirty="0"/>
              <a:t>Google / Yapay Zeka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are the areas or use of programming language for which purpose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ChatGPT:</a:t>
            </a:r>
            <a:r>
              <a:rPr lang="tr-TR" dirty="0"/>
              <a:t> </a:t>
            </a:r>
            <a:r>
              <a:rPr lang="en-US" dirty="0"/>
              <a:t>"Hello. Please write a prompt for me. What are the areas that programming languages used for. for example for banking, for insurance, for manufacturing, for health, etc."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ChatGPT:</a:t>
            </a:r>
            <a:r>
              <a:rPr lang="tr-TR" dirty="0"/>
              <a:t> </a:t>
            </a:r>
            <a:r>
              <a:rPr lang="en-US" dirty="0"/>
              <a:t>"I want to understand which programming languages are commonly used in different industries and application areas."</a:t>
            </a:r>
          </a:p>
          <a:p>
            <a:pPr marL="0" indent="0">
              <a:buNone/>
            </a:pPr>
            <a:r>
              <a:rPr lang="en-US" dirty="0"/>
              <a:t>"Programming Languages × Industries Matrix"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Google / images:</a:t>
            </a:r>
            <a:r>
              <a:rPr lang="tr-TR" dirty="0"/>
              <a:t> </a:t>
            </a:r>
            <a:r>
              <a:rPr lang="en-US" dirty="0"/>
              <a:t>"I want to understand which programming 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languages are commonly used in different industries 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and application areas."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Google / images:</a:t>
            </a:r>
            <a:r>
              <a:rPr lang="tr-TR" dirty="0"/>
              <a:t>  </a:t>
            </a:r>
            <a:r>
              <a:rPr lang="en-US" dirty="0" err="1"/>
              <a:t>bilgisayar</a:t>
            </a:r>
            <a:r>
              <a:rPr lang="en-US" dirty="0"/>
              <a:t> </a:t>
            </a:r>
            <a:r>
              <a:rPr lang="en-US" dirty="0" err="1"/>
              <a:t>programlama</a:t>
            </a:r>
            <a:r>
              <a:rPr lang="en-US" dirty="0"/>
              <a:t> hangi </a:t>
            </a:r>
            <a:r>
              <a:rPr lang="en-US" dirty="0" err="1"/>
              <a:t>alanlarda</a:t>
            </a:r>
            <a:r>
              <a:rPr lang="en-US" dirty="0"/>
              <a:t>, 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hangi </a:t>
            </a:r>
            <a:r>
              <a:rPr lang="en-US" dirty="0" err="1"/>
              <a:t>endüstrilerde</a:t>
            </a:r>
            <a:r>
              <a:rPr lang="en-US" dirty="0"/>
              <a:t>, ne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tr-TR" dirty="0"/>
              <a:t>?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DF4BB6D-1025-9ECC-7EAD-33F3CE6A0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5A21-DB29-43B5-9F7A-E7F4EEE107FC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CCD5265-394A-CC72-DCEA-08AA8E71D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616231A-F230-56F9-FBAF-D74E0DAA4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35574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F3C6B-FFB3-7AD8-920B-79DCDA509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20EFE7C-7F45-A211-FEBB-B04B3AAC4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359820"/>
            <a:ext cx="3885674" cy="1189354"/>
          </a:xfrm>
        </p:spPr>
        <p:txBody>
          <a:bodyPr>
            <a:normAutofit/>
          </a:bodyPr>
          <a:lstStyle/>
          <a:p>
            <a:r>
              <a:rPr lang="tr-TR" sz="2400" dirty="0"/>
              <a:t>Hangi programlama dili, hangi alanlarda, ne için kullanılır?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F07334D-5B89-B130-F977-761703CEA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1737360"/>
            <a:ext cx="3401673" cy="4392070"/>
          </a:xfrm>
        </p:spPr>
        <p:txBody>
          <a:bodyPr>
            <a:normAutofit fontScale="92500" lnSpcReduction="20000"/>
          </a:bodyPr>
          <a:lstStyle/>
          <a:p>
            <a:r>
              <a:rPr lang="tr-TR" dirty="0"/>
              <a:t>Arayınız: </a:t>
            </a:r>
          </a:p>
          <a:p>
            <a:r>
              <a:rPr lang="en-US" dirty="0"/>
              <a:t>Google / Yapay Zeka</a:t>
            </a:r>
          </a:p>
          <a:p>
            <a:endParaRPr lang="tr-TR" dirty="0"/>
          </a:p>
          <a:p>
            <a:r>
              <a:rPr lang="tr-TR" dirty="0"/>
              <a:t>Python, </a:t>
            </a:r>
          </a:p>
          <a:p>
            <a:r>
              <a:rPr lang="tr-TR" dirty="0"/>
              <a:t>Java, </a:t>
            </a:r>
          </a:p>
          <a:p>
            <a:r>
              <a:rPr lang="tr-TR" dirty="0"/>
              <a:t>JavaScript, </a:t>
            </a:r>
          </a:p>
          <a:p>
            <a:r>
              <a:rPr lang="tr-TR" dirty="0"/>
              <a:t>C, </a:t>
            </a:r>
          </a:p>
          <a:p>
            <a:r>
              <a:rPr lang="tr-TR" dirty="0"/>
              <a:t>C++, </a:t>
            </a:r>
          </a:p>
          <a:p>
            <a:r>
              <a:rPr lang="tr-TR" dirty="0"/>
              <a:t>C# </a:t>
            </a:r>
          </a:p>
          <a:p>
            <a:r>
              <a:rPr lang="tr-TR" dirty="0"/>
              <a:t>ve saire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A9C5997B-231D-2423-0266-9F837819B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875" y="253708"/>
            <a:ext cx="5097780" cy="5834569"/>
          </a:xfrm>
          <a:prstGeom prst="rect">
            <a:avLst/>
          </a:prstGeom>
        </p:spPr>
      </p:pic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42E8FBE-CA11-8AE8-FA18-1258B63C1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24AFF-D660-4DD8-B4F6-674FF8433224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2C6D4AC-7A92-88A8-ABD3-779D8473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6D88834-8181-81BC-ED4E-A5948908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4295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A879B-F7DF-3C0C-B99A-98A4713A0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F2939D9-FE5D-98F1-214B-9E92DA632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tr-TR" sz="3600" dirty="0"/>
              <a:t>Popüler Programlama dilleri hangileridir?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BE6F625-68B2-903D-497F-17367A8B8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/>
          </a:bodyPr>
          <a:lstStyle/>
          <a:p>
            <a:pPr lvl="1"/>
            <a:r>
              <a:rPr lang="tr-TR" dirty="0"/>
              <a:t>Arayınız: </a:t>
            </a:r>
            <a:r>
              <a:rPr lang="en-US" dirty="0"/>
              <a:t>Google / Yapay Zeka</a:t>
            </a:r>
            <a:r>
              <a:rPr lang="tr-TR" dirty="0"/>
              <a:t>: </a:t>
            </a:r>
          </a:p>
          <a:p>
            <a:pPr lvl="1"/>
            <a:r>
              <a:rPr lang="tr-TR" dirty="0"/>
              <a:t>«</a:t>
            </a:r>
            <a:r>
              <a:rPr lang="tr-TR" dirty="0" err="1"/>
              <a:t>Popularity</a:t>
            </a:r>
            <a:r>
              <a:rPr lang="tr-TR" dirty="0"/>
              <a:t> of Programming </a:t>
            </a:r>
            <a:r>
              <a:rPr lang="tr-TR" dirty="0" err="1"/>
              <a:t>Languages</a:t>
            </a:r>
            <a:r>
              <a:rPr lang="tr-TR" dirty="0"/>
              <a:t> 2026»</a:t>
            </a:r>
            <a:endParaRPr lang="en-US" dirty="0"/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r>
              <a:rPr lang="tr-TR" dirty="0" err="1"/>
              <a:t>StackOverflow</a:t>
            </a:r>
            <a:r>
              <a:rPr lang="tr-TR" dirty="0"/>
              <a:t> </a:t>
            </a:r>
            <a:r>
              <a:rPr lang="tr-TR" dirty="0" err="1"/>
              <a:t>Survey</a:t>
            </a:r>
            <a:r>
              <a:rPr lang="tr-TR" dirty="0"/>
              <a:t> 2026, </a:t>
            </a:r>
          </a:p>
          <a:p>
            <a:pPr lvl="1"/>
            <a:r>
              <a:rPr lang="tr-TR" dirty="0" err="1"/>
              <a:t>ieee</a:t>
            </a:r>
            <a:r>
              <a:rPr lang="tr-TR" dirty="0"/>
              <a:t> top </a:t>
            </a:r>
            <a:r>
              <a:rPr lang="tr-TR" dirty="0" err="1"/>
              <a:t>programming</a:t>
            </a:r>
            <a:r>
              <a:rPr lang="tr-TR" dirty="0"/>
              <a:t> </a:t>
            </a:r>
            <a:r>
              <a:rPr lang="tr-TR" dirty="0" err="1"/>
              <a:t>lang</a:t>
            </a:r>
            <a:r>
              <a:rPr lang="tr-TR" dirty="0"/>
              <a:t> 2026, </a:t>
            </a:r>
          </a:p>
          <a:p>
            <a:pPr lvl="1"/>
            <a:r>
              <a:rPr lang="tr-TR" dirty="0" err="1"/>
              <a:t>tiobe</a:t>
            </a:r>
            <a:r>
              <a:rPr lang="tr-TR" dirty="0"/>
              <a:t> </a:t>
            </a:r>
            <a:r>
              <a:rPr lang="tr-TR" dirty="0" err="1"/>
              <a:t>index</a:t>
            </a:r>
            <a:r>
              <a:rPr lang="tr-TR" dirty="0"/>
              <a:t> 2026, </a:t>
            </a:r>
          </a:p>
          <a:p>
            <a:pPr lvl="1"/>
            <a:r>
              <a:rPr lang="tr-TR" dirty="0" err="1"/>
              <a:t>redmonk</a:t>
            </a:r>
            <a:r>
              <a:rPr lang="tr-TR" dirty="0"/>
              <a:t> </a:t>
            </a:r>
            <a:r>
              <a:rPr lang="tr-TR" dirty="0" err="1"/>
              <a:t>language</a:t>
            </a:r>
            <a:r>
              <a:rPr lang="tr-TR" dirty="0"/>
              <a:t> </a:t>
            </a:r>
            <a:r>
              <a:rPr lang="tr-TR" dirty="0" err="1"/>
              <a:t>ranking</a:t>
            </a:r>
            <a:r>
              <a:rPr lang="tr-TR" dirty="0"/>
              <a:t> 2026</a:t>
            </a:r>
          </a:p>
          <a:p>
            <a:pPr lvl="1"/>
            <a:endParaRPr lang="tr-TR" dirty="0"/>
          </a:p>
          <a:p>
            <a:pPr lvl="1"/>
            <a:r>
              <a:rPr lang="tr-TR" dirty="0"/>
              <a:t>Python, Java, JavaScript, </a:t>
            </a:r>
          </a:p>
          <a:p>
            <a:pPr lvl="1"/>
            <a:r>
              <a:rPr lang="tr-TR" dirty="0"/>
              <a:t>C, C++, C# ve saire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0706B07-02D1-E924-8FF3-1049F3FA0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BD6E4-FB31-4A52-9DFC-A484A65B3457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DD05564-C212-EDC2-2ED2-3A431FC21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C851834-ED93-144D-00D8-5758FBCFB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4189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F3FA8-0F5D-CB04-999B-40DC8789D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12235B2-CEB4-79D7-5AB6-DBF546721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8988" y="365126"/>
            <a:ext cx="5009052" cy="1237532"/>
          </a:xfrm>
        </p:spPr>
        <p:txBody>
          <a:bodyPr>
            <a:normAutofit fontScale="90000"/>
          </a:bodyPr>
          <a:lstStyle/>
          <a:p>
            <a:r>
              <a:rPr lang="tr-TR" sz="3600" dirty="0" err="1"/>
              <a:t>StackOverflow</a:t>
            </a:r>
            <a:r>
              <a:rPr lang="tr-TR" sz="3600" dirty="0"/>
              <a:t> </a:t>
            </a:r>
            <a:r>
              <a:rPr lang="tr-TR" sz="3600" dirty="0" err="1"/>
              <a:t>Survey</a:t>
            </a:r>
            <a:r>
              <a:rPr lang="tr-TR" sz="3600" dirty="0"/>
              <a:t> 2025</a:t>
            </a:r>
            <a:br>
              <a:rPr lang="tr-TR" sz="3600" dirty="0"/>
            </a:br>
            <a:r>
              <a:rPr lang="tr-TR" sz="3600" dirty="0"/>
              <a:t>(2026 henüz çıkmamış)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8D0E195-4D37-66C8-DCB1-BDFB91297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61" y="259557"/>
            <a:ext cx="6465191" cy="6475539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9D5D651B-C20A-3BE3-9EAF-1A6123F49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807" y="436537"/>
            <a:ext cx="5980952" cy="6161905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F0DF3B5B-0113-6743-3854-40B3A5BC2CC8}"/>
              </a:ext>
            </a:extLst>
          </p:cNvPr>
          <p:cNvSpPr txBox="1"/>
          <p:nvPr/>
        </p:nvSpPr>
        <p:spPr>
          <a:xfrm>
            <a:off x="6802189" y="2926097"/>
            <a:ext cx="47337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200" dirty="0">
                <a:hlinkClick r:id="rId3"/>
              </a:rPr>
              <a:t>https://survey.stackoverflow.co/2025/</a:t>
            </a:r>
            <a:endParaRPr lang="tr-TR" sz="2200" dirty="0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1BE0A81E-189A-B326-CCA8-9C4FC61CA068}"/>
              </a:ext>
            </a:extLst>
          </p:cNvPr>
          <p:cNvSpPr txBox="1"/>
          <p:nvPr/>
        </p:nvSpPr>
        <p:spPr>
          <a:xfrm>
            <a:off x="6828987" y="1602658"/>
            <a:ext cx="41885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/>
              <a:t>Arayınız: </a:t>
            </a:r>
            <a:r>
              <a:rPr lang="en-US" sz="2000" dirty="0"/>
              <a:t>Google / Yapay Zeka</a:t>
            </a:r>
            <a:r>
              <a:rPr lang="tr-TR" sz="2000" dirty="0"/>
              <a:t>: </a:t>
            </a:r>
          </a:p>
          <a:p>
            <a:r>
              <a:rPr lang="tr-TR" sz="2000" dirty="0"/>
              <a:t>«S</a:t>
            </a:r>
            <a:r>
              <a:rPr lang="en-US" sz="2000" dirty="0" err="1"/>
              <a:t>tackoverflow</a:t>
            </a:r>
            <a:r>
              <a:rPr lang="en-US" sz="2000" dirty="0"/>
              <a:t> </a:t>
            </a:r>
            <a:r>
              <a:rPr lang="tr-TR" sz="2000" dirty="0"/>
              <a:t>S</a:t>
            </a:r>
            <a:r>
              <a:rPr lang="en-US" sz="2000" dirty="0" err="1"/>
              <a:t>urvey</a:t>
            </a:r>
            <a:r>
              <a:rPr lang="en-US" sz="2000" dirty="0"/>
              <a:t> 2026</a:t>
            </a:r>
            <a:r>
              <a:rPr lang="tr-TR" sz="2000" dirty="0"/>
              <a:t> (2025)</a:t>
            </a:r>
            <a:r>
              <a:rPr lang="en-US" sz="2000" dirty="0"/>
              <a:t> </a:t>
            </a:r>
            <a:r>
              <a:rPr lang="tr-TR" sz="2000" dirty="0"/>
              <a:t>P</a:t>
            </a:r>
            <a:r>
              <a:rPr lang="en-US" sz="2000" dirty="0" err="1"/>
              <a:t>opularity</a:t>
            </a:r>
            <a:r>
              <a:rPr lang="en-US" sz="2000" dirty="0"/>
              <a:t> of </a:t>
            </a:r>
            <a:r>
              <a:rPr lang="tr-TR" sz="2000" dirty="0"/>
              <a:t>P</a:t>
            </a:r>
            <a:r>
              <a:rPr lang="en-US" sz="2000" dirty="0" err="1"/>
              <a:t>rogramming</a:t>
            </a:r>
            <a:r>
              <a:rPr lang="en-US" sz="2000" dirty="0"/>
              <a:t> </a:t>
            </a:r>
            <a:r>
              <a:rPr lang="tr-TR" sz="2000" dirty="0"/>
              <a:t>L</a:t>
            </a:r>
            <a:r>
              <a:rPr lang="en-US" sz="2000" dirty="0" err="1"/>
              <a:t>anguages</a:t>
            </a:r>
            <a:r>
              <a:rPr lang="tr-TR" sz="2000" dirty="0"/>
              <a:t>»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B8FB6A80-94F5-D437-2727-00609B51F431}"/>
              </a:ext>
            </a:extLst>
          </p:cNvPr>
          <p:cNvSpPr txBox="1"/>
          <p:nvPr/>
        </p:nvSpPr>
        <p:spPr>
          <a:xfrm>
            <a:off x="6802189" y="3394188"/>
            <a:ext cx="47337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4"/>
              </a:rPr>
              <a:t>https://survey.stackoverflow.co/2025/technology</a:t>
            </a:r>
            <a:endParaRPr kumimoji="0" lang="tr-TR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Veri Yer Tutucusu 7">
            <a:extLst>
              <a:ext uri="{FF2B5EF4-FFF2-40B4-BE49-F238E27FC236}">
                <a16:creationId xmlns:a16="http://schemas.microsoft.com/office/drawing/2014/main" id="{720BD0F6-9EA3-1AAF-5F08-87E45E35C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9926-1D10-4811-A13B-CDB95D2B1C1B}" type="datetime1">
              <a:rPr lang="tr-TR" smtClean="0"/>
              <a:t>25.09.2026</a:t>
            </a:fld>
            <a:endParaRPr lang="tr-TR"/>
          </a:p>
        </p:txBody>
      </p:sp>
      <p:sp>
        <p:nvSpPr>
          <p:cNvPr id="9" name="Alt Bilgi Yer Tutucusu 8">
            <a:extLst>
              <a:ext uri="{FF2B5EF4-FFF2-40B4-BE49-F238E27FC236}">
                <a16:creationId xmlns:a16="http://schemas.microsoft.com/office/drawing/2014/main" id="{1E5AB01A-E438-7144-F5A1-BB598CB01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10" name="Slayt Numarası Yer Tutucusu 9">
            <a:extLst>
              <a:ext uri="{FF2B5EF4-FFF2-40B4-BE49-F238E27FC236}">
                <a16:creationId xmlns:a16="http://schemas.microsoft.com/office/drawing/2014/main" id="{291E3948-8885-BE9E-271B-FF6C64BD2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0918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106D2-AFAB-8846-295B-444C39E77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C225D61-1265-1615-6AE7-CAAB801E1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tr-TR" sz="3000" dirty="0"/>
              <a:t>IEEE </a:t>
            </a:r>
            <a:r>
              <a:rPr lang="tr-TR" sz="3000" dirty="0" err="1"/>
              <a:t>Spectrum</a:t>
            </a:r>
            <a:r>
              <a:rPr lang="tr-TR" sz="3000" dirty="0"/>
              <a:t> Top Programming </a:t>
            </a:r>
            <a:r>
              <a:rPr lang="tr-TR" sz="3000" dirty="0" err="1"/>
              <a:t>Languages</a:t>
            </a:r>
            <a:r>
              <a:rPr lang="tr-TR" sz="3000" dirty="0"/>
              <a:t> 2025 (2026 henüz çıkmamış)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806F0129-28BA-5708-7479-E70D9517C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63" y="818388"/>
            <a:ext cx="6206817" cy="5430964"/>
          </a:xfrm>
          <a:prstGeom prst="rect">
            <a:avLst/>
          </a:prstGeom>
        </p:spPr>
      </p:pic>
      <p:sp>
        <p:nvSpPr>
          <p:cNvPr id="14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F449FFB-041D-5A89-E33D-AB227F882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752979"/>
            <a:ext cx="4818888" cy="175961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tr-TR" sz="2200" dirty="0">
                <a:hlinkClick r:id="rId3"/>
              </a:rPr>
              <a:t>https://spectrum.ieee.org/top-programming-languages-2025</a:t>
            </a:r>
            <a:endParaRPr lang="tr-TR" sz="2200" dirty="0"/>
          </a:p>
          <a:p>
            <a:pPr marL="0" indent="0">
              <a:buNone/>
            </a:pPr>
            <a:endParaRPr lang="tr-TR" sz="2200" dirty="0"/>
          </a:p>
          <a:p>
            <a:pPr marL="0" indent="0">
              <a:buNone/>
            </a:pPr>
            <a:r>
              <a:rPr lang="tr-TR" sz="2200" dirty="0" err="1"/>
              <a:t>Google’de</a:t>
            </a:r>
            <a:r>
              <a:rPr lang="tr-TR" sz="2200" dirty="0"/>
              <a:t> arayın</a:t>
            </a:r>
          </a:p>
          <a:p>
            <a:endParaRPr lang="tr-TR" sz="2200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69E2F37-B38E-D792-824C-5D6E68E91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C1FF6-8E02-4E65-991D-10B055A5B89D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ADA7839-5905-F958-D1EB-112BC50A2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2EC3A04-B223-2EB4-D01F-D336AA89F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51968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3A16C-7419-024B-A329-3E189C392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11CC063-4967-D305-0E33-F610A0C14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4195" y="445136"/>
            <a:ext cx="2907030" cy="2126614"/>
          </a:xfrm>
        </p:spPr>
        <p:txBody>
          <a:bodyPr>
            <a:normAutofit/>
          </a:bodyPr>
          <a:lstStyle/>
          <a:p>
            <a:r>
              <a:rPr lang="tr-TR" sz="3600" dirty="0"/>
              <a:t>TIOBE Index </a:t>
            </a:r>
            <a:r>
              <a:rPr lang="tr-TR" sz="3600" dirty="0" err="1"/>
              <a:t>for</a:t>
            </a:r>
            <a:r>
              <a:rPr lang="tr-TR" sz="3600" dirty="0"/>
              <a:t> </a:t>
            </a:r>
            <a:r>
              <a:rPr lang="tr-TR" sz="3600" dirty="0" err="1"/>
              <a:t>September</a:t>
            </a:r>
            <a:r>
              <a:rPr lang="tr-TR" sz="3600" dirty="0"/>
              <a:t> 2026</a:t>
            </a:r>
          </a:p>
        </p:txBody>
      </p:sp>
      <p:pic>
        <p:nvPicPr>
          <p:cNvPr id="9" name="İçerik Yer Tutucusu 8">
            <a:extLst>
              <a:ext uri="{FF2B5EF4-FFF2-40B4-BE49-F238E27FC236}">
                <a16:creationId xmlns:a16="http://schemas.microsoft.com/office/drawing/2014/main" id="{0427E996-87C2-236B-9FC6-678DCBD304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26" y="445136"/>
            <a:ext cx="7845284" cy="6176736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29115F9C-81D3-8A11-4577-DE60B7002233}"/>
              </a:ext>
            </a:extLst>
          </p:cNvPr>
          <p:cNvSpPr txBox="1"/>
          <p:nvPr/>
        </p:nvSpPr>
        <p:spPr>
          <a:xfrm>
            <a:off x="8445540" y="2702507"/>
            <a:ext cx="3205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>
                <a:hlinkClick r:id="rId3"/>
              </a:rPr>
              <a:t>https://www.tiobe.com/tiobe-index/</a:t>
            </a:r>
            <a:endParaRPr lang="tr-TR" sz="2400" dirty="0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08543E02-1ECA-2EC9-C6BC-1CC0C7E2D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10ABF-9C50-4724-8918-9A528197358E}" type="datetime1">
              <a:rPr lang="tr-TR" smtClean="0"/>
              <a:t>25.09.2026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89705881-5E26-CC06-CDC1-096520BA8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5960EB02-5FE0-31DF-8FB8-6587BB7C8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6124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C20A1-C06D-8A24-4655-2E290837A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A3047BB-7C59-375A-13F5-63D84639E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386" y="365125"/>
            <a:ext cx="2989008" cy="1365351"/>
          </a:xfrm>
        </p:spPr>
        <p:txBody>
          <a:bodyPr>
            <a:normAutofit/>
          </a:bodyPr>
          <a:lstStyle/>
          <a:p>
            <a:pPr lvl="1"/>
            <a:r>
              <a:rPr lang="tr-TR" sz="2400" dirty="0" err="1"/>
              <a:t>RedMonk</a:t>
            </a:r>
            <a:r>
              <a:rPr lang="tr-TR" sz="2400" dirty="0"/>
              <a:t> Language </a:t>
            </a:r>
            <a:r>
              <a:rPr lang="tr-TR" sz="2400" dirty="0" err="1"/>
              <a:t>Ranking</a:t>
            </a:r>
            <a:r>
              <a:rPr lang="tr-TR" sz="2400" dirty="0"/>
              <a:t> 2026 </a:t>
            </a:r>
            <a:r>
              <a:rPr lang="tr-TR" sz="2400" dirty="0" err="1"/>
              <a:t>September</a:t>
            </a:r>
            <a:endParaRPr lang="tr-TR" sz="2400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E3179F72-9CD9-6239-C2AC-70C8B62DA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70" y="213813"/>
            <a:ext cx="7825740" cy="6449174"/>
          </a:xfrm>
          <a:prstGeom prst="rect">
            <a:avLst/>
          </a:prstGeom>
        </p:spPr>
      </p:pic>
      <p:sp>
        <p:nvSpPr>
          <p:cNvPr id="3" name="Metin kutusu 5">
            <a:extLst>
              <a:ext uri="{FF2B5EF4-FFF2-40B4-BE49-F238E27FC236}">
                <a16:creationId xmlns:a16="http://schemas.microsoft.com/office/drawing/2014/main" id="{1C0B317B-799D-0FED-37E5-929EDC159BC7}"/>
              </a:ext>
            </a:extLst>
          </p:cNvPr>
          <p:cNvSpPr txBox="1"/>
          <p:nvPr/>
        </p:nvSpPr>
        <p:spPr>
          <a:xfrm>
            <a:off x="8652386" y="1892228"/>
            <a:ext cx="31260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X ekseni:</a:t>
            </a:r>
          </a:p>
          <a:p>
            <a:r>
              <a:rPr lang="tr-TR" dirty="0" err="1"/>
              <a:t>GitHub</a:t>
            </a:r>
            <a:r>
              <a:rPr lang="tr-TR" dirty="0"/>
              <a:t> Popülerliği </a:t>
            </a:r>
          </a:p>
          <a:p>
            <a:r>
              <a:rPr lang="tr-TR" dirty="0"/>
              <a:t>(Proje Sayısı)</a:t>
            </a:r>
          </a:p>
          <a:p>
            <a:endParaRPr lang="tr-TR" dirty="0"/>
          </a:p>
          <a:p>
            <a:r>
              <a:rPr lang="tr-TR" dirty="0"/>
              <a:t>Y Ekseni:</a:t>
            </a:r>
          </a:p>
          <a:p>
            <a:r>
              <a:rPr lang="tr-TR" dirty="0" err="1"/>
              <a:t>StackOverflow</a:t>
            </a:r>
            <a:r>
              <a:rPr lang="tr-TR" dirty="0"/>
              <a:t> Popülerliği</a:t>
            </a:r>
          </a:p>
          <a:p>
            <a:r>
              <a:rPr lang="tr-TR" dirty="0"/>
              <a:t>(</a:t>
            </a:r>
            <a:r>
              <a:rPr lang="tr-TR" dirty="0" err="1"/>
              <a:t>Tag</a:t>
            </a:r>
            <a:r>
              <a:rPr lang="tr-TR" dirty="0"/>
              <a:t> sayısı)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D09DD7E-C9DD-2DC6-020D-A9DE2F417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0625-DE47-4D45-9D3F-083BD941E2E4}" type="datetime1">
              <a:rPr lang="tr-TR" smtClean="0"/>
              <a:t>25.09.2026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D298E46-A9D7-DCCF-09CE-71E5909A8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EA8B872-107B-C72C-4D85-641474B4C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6676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3C979-A4B7-A096-B434-F0903E6FE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A8FAEED-7AF1-540C-1C78-BA7409244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3947" y="660093"/>
            <a:ext cx="2989008" cy="1365351"/>
          </a:xfrm>
        </p:spPr>
        <p:txBody>
          <a:bodyPr>
            <a:normAutofit/>
          </a:bodyPr>
          <a:lstStyle/>
          <a:p>
            <a:pPr lvl="1"/>
            <a:r>
              <a:rPr lang="tr-TR" sz="2400" dirty="0" err="1"/>
              <a:t>RedMonk</a:t>
            </a:r>
            <a:r>
              <a:rPr lang="tr-TR" sz="2400" dirty="0"/>
              <a:t> Language </a:t>
            </a:r>
            <a:r>
              <a:rPr lang="tr-TR" sz="2400" dirty="0" err="1"/>
              <a:t>Ranking</a:t>
            </a:r>
            <a:r>
              <a:rPr lang="tr-TR" sz="2400" dirty="0"/>
              <a:t> 2026 </a:t>
            </a:r>
            <a:r>
              <a:rPr lang="tr-TR" sz="2400" dirty="0" err="1"/>
              <a:t>September</a:t>
            </a:r>
            <a:endParaRPr lang="tr-TR" sz="2400" dirty="0"/>
          </a:p>
        </p:txBody>
      </p:sp>
      <p:sp>
        <p:nvSpPr>
          <p:cNvPr id="3" name="Metin kutusu 5">
            <a:extLst>
              <a:ext uri="{FF2B5EF4-FFF2-40B4-BE49-F238E27FC236}">
                <a16:creationId xmlns:a16="http://schemas.microsoft.com/office/drawing/2014/main" id="{1C0B317B-799D-0FED-37E5-929EDC159BC7}"/>
              </a:ext>
            </a:extLst>
          </p:cNvPr>
          <p:cNvSpPr txBox="1"/>
          <p:nvPr/>
        </p:nvSpPr>
        <p:spPr>
          <a:xfrm>
            <a:off x="8853947" y="2128202"/>
            <a:ext cx="27628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X ekseni:</a:t>
            </a:r>
          </a:p>
          <a:p>
            <a:r>
              <a:rPr lang="tr-TR" dirty="0" err="1"/>
              <a:t>GitHub</a:t>
            </a:r>
            <a:r>
              <a:rPr lang="tr-TR" dirty="0"/>
              <a:t> Popülerliği </a:t>
            </a:r>
          </a:p>
          <a:p>
            <a:r>
              <a:rPr lang="tr-TR" dirty="0"/>
              <a:t>(Proje Sayısı)</a:t>
            </a:r>
          </a:p>
          <a:p>
            <a:endParaRPr lang="tr-TR" dirty="0"/>
          </a:p>
          <a:p>
            <a:r>
              <a:rPr lang="tr-TR" dirty="0"/>
              <a:t>Y Ekseni:</a:t>
            </a:r>
          </a:p>
          <a:p>
            <a:r>
              <a:rPr lang="tr-TR" dirty="0" err="1"/>
              <a:t>StackOverflow</a:t>
            </a:r>
            <a:r>
              <a:rPr lang="tr-TR" dirty="0"/>
              <a:t> Popülerliği</a:t>
            </a:r>
          </a:p>
          <a:p>
            <a:r>
              <a:rPr lang="tr-TR" dirty="0"/>
              <a:t>(</a:t>
            </a:r>
            <a:r>
              <a:rPr lang="tr-TR" dirty="0" err="1"/>
              <a:t>Tag</a:t>
            </a:r>
            <a:r>
              <a:rPr lang="tr-TR" dirty="0"/>
              <a:t> sayısı)</a:t>
            </a:r>
          </a:p>
        </p:txBody>
      </p:sp>
      <p:pic>
        <p:nvPicPr>
          <p:cNvPr id="8" name="İçerik Yer Tutucusu 7">
            <a:extLst>
              <a:ext uri="{FF2B5EF4-FFF2-40B4-BE49-F238E27FC236}">
                <a16:creationId xmlns:a16="http://schemas.microsoft.com/office/drawing/2014/main" id="{169068A8-D6C6-CEB7-10DE-2FCA19B9A7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3" y="179342"/>
            <a:ext cx="8501513" cy="623129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F13E553A-BBFC-B9C2-093F-3C605CCCA8F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3" y="190772"/>
            <a:ext cx="1419048" cy="451428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50000"/>
              </a:srgbClr>
            </a:outerShdw>
          </a:effectLst>
        </p:spPr>
      </p:pic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89D2946-3C00-113F-C589-9BC9CFEE8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885D9-CB74-4EAA-94AA-376736753B75}" type="datetime1">
              <a:rPr lang="tr-TR" smtClean="0"/>
              <a:t>25.09.2026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6FD822C-6836-50AC-AC03-5AC9142D7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CA6C719-D5EB-CDAA-9807-19E8AFFA5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383443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031EB-5880-ACE8-48DE-E1EC41B64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D535D6C-B3B8-F147-AD86-53E1AF9C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9739" y="343611"/>
            <a:ext cx="7230035" cy="726256"/>
          </a:xfrm>
        </p:spPr>
        <p:txBody>
          <a:bodyPr>
            <a:normAutofit/>
          </a:bodyPr>
          <a:lstStyle/>
          <a:p>
            <a:r>
              <a:rPr lang="tr-TR" sz="3600" dirty="0" err="1"/>
              <a:t>Dynamic</a:t>
            </a:r>
            <a:r>
              <a:rPr lang="tr-TR" sz="3600" dirty="0"/>
              <a:t>/</a:t>
            </a:r>
            <a:r>
              <a:rPr lang="tr-TR" sz="3600" dirty="0" err="1"/>
              <a:t>Static</a:t>
            </a:r>
            <a:r>
              <a:rPr lang="tr-TR" sz="3600" dirty="0"/>
              <a:t> ve </a:t>
            </a:r>
            <a:r>
              <a:rPr lang="tr-TR" sz="3600" dirty="0" err="1"/>
              <a:t>Strong</a:t>
            </a:r>
            <a:r>
              <a:rPr lang="tr-TR" sz="3600" dirty="0"/>
              <a:t>/</a:t>
            </a:r>
            <a:r>
              <a:rPr lang="tr-TR" sz="3600" dirty="0" err="1"/>
              <a:t>Weak</a:t>
            </a:r>
            <a:r>
              <a:rPr lang="tr-TR" sz="3600" dirty="0"/>
              <a:t> Diller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C0480FD2-057B-B920-BA22-97EBA1B4BA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82" y="1102302"/>
            <a:ext cx="7459393" cy="5214091"/>
          </a:xfrm>
          <a:prstGeom prst="rect">
            <a:avLst/>
          </a:prstGeom>
        </p:spPr>
      </p:pic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65584E1D-F738-3E34-A291-EE14966BF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E37CF-9389-4D95-A5A4-8ABF62880B6D}" type="datetime1">
              <a:rPr lang="tr-TR" smtClean="0"/>
              <a:t>25.09.2026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136816A7-4688-98BD-650B-8640658F0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09EF680-83BF-FF45-254A-DBED8631D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19906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6F83F-2745-239F-DC1D-7D6B8A538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C05E992-7BD4-5324-BAF9-43A680C1F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9739" y="343611"/>
            <a:ext cx="7230035" cy="726256"/>
          </a:xfrm>
        </p:spPr>
        <p:txBody>
          <a:bodyPr>
            <a:normAutofit/>
          </a:bodyPr>
          <a:lstStyle/>
          <a:p>
            <a:r>
              <a:rPr lang="tr-TR" sz="3600" dirty="0" err="1"/>
              <a:t>Dynamic</a:t>
            </a:r>
            <a:r>
              <a:rPr lang="tr-TR" sz="3600" dirty="0"/>
              <a:t>/</a:t>
            </a:r>
            <a:r>
              <a:rPr lang="tr-TR" sz="3600" dirty="0" err="1"/>
              <a:t>Static</a:t>
            </a:r>
            <a:r>
              <a:rPr lang="tr-TR" sz="3600" dirty="0"/>
              <a:t> ve </a:t>
            </a:r>
            <a:r>
              <a:rPr lang="tr-TR" sz="3600" dirty="0" err="1"/>
              <a:t>Strong</a:t>
            </a:r>
            <a:r>
              <a:rPr lang="tr-TR" sz="3600" dirty="0"/>
              <a:t>/</a:t>
            </a:r>
            <a:r>
              <a:rPr lang="tr-TR" sz="3600" dirty="0" err="1"/>
              <a:t>Weak</a:t>
            </a:r>
            <a:r>
              <a:rPr lang="tr-TR" sz="3600" dirty="0"/>
              <a:t> Diller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25CD04A4-2645-08D7-DD43-F628A53191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07" y="1093763"/>
            <a:ext cx="7230035" cy="5461465"/>
          </a:xfrm>
          <a:prstGeom prst="rect">
            <a:avLst/>
          </a:prstGeom>
        </p:spPr>
      </p:pic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6F7B54B8-F3B7-B464-CEF7-9C26471DB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0A053-38B2-4B21-AD22-D37FE0373FB2}" type="datetime1">
              <a:rPr lang="tr-TR" smtClean="0"/>
              <a:t>25.09.2026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4F40EC44-E134-0CEA-19CE-DBD402FA4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726011D-85C6-6075-82F8-9C19B8A8B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24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22783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1035D-B027-14E7-CC47-30F946846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28D43D0-DC7F-C2AC-8546-FF01A868F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9739" y="343611"/>
            <a:ext cx="7230035" cy="726256"/>
          </a:xfrm>
        </p:spPr>
        <p:txBody>
          <a:bodyPr>
            <a:normAutofit/>
          </a:bodyPr>
          <a:lstStyle/>
          <a:p>
            <a:r>
              <a:rPr lang="tr-TR" sz="3600" dirty="0" err="1"/>
              <a:t>Dynamic</a:t>
            </a:r>
            <a:r>
              <a:rPr lang="tr-TR" sz="3600" dirty="0"/>
              <a:t>/</a:t>
            </a:r>
            <a:r>
              <a:rPr lang="tr-TR" sz="3600" dirty="0" err="1"/>
              <a:t>Static</a:t>
            </a:r>
            <a:r>
              <a:rPr lang="tr-TR" sz="3600" dirty="0"/>
              <a:t> ve </a:t>
            </a:r>
            <a:r>
              <a:rPr lang="tr-TR" sz="3600" dirty="0" err="1"/>
              <a:t>Strong</a:t>
            </a:r>
            <a:r>
              <a:rPr lang="tr-TR" sz="3600" dirty="0"/>
              <a:t>/</a:t>
            </a:r>
            <a:r>
              <a:rPr lang="tr-TR" sz="3600" dirty="0" err="1"/>
              <a:t>Weak</a:t>
            </a:r>
            <a:r>
              <a:rPr lang="tr-TR" sz="3600" dirty="0"/>
              <a:t> Diller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EBA97A69-5689-3DAF-98CB-C822FCCD9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44" y="2025748"/>
            <a:ext cx="7902895" cy="4412449"/>
          </a:xfrm>
          <a:prstGeom prst="rect">
            <a:avLst/>
          </a:prstGeom>
        </p:spPr>
      </p:pic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D84824B6-8F5F-AB4A-8CC2-3DDDFDF45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8C81F-67F8-419F-98BA-11B5239DC92E}" type="datetime1">
              <a:rPr lang="tr-TR" smtClean="0"/>
              <a:t>25.09.2026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277EAC20-E3EE-813F-1B4E-2DD396703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FA12C35-3325-4C41-599F-84168A1BF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25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85297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14258-600F-2FB7-5A00-2ED4E1505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46D635-1767-DC20-773C-34028A3D2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tr-TR" sz="3600" dirty="0"/>
              <a:t>Bir program nasıl ve nerede çalıştırılır?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88595C5-065B-A44B-9848-426584AD7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tr-TR" dirty="0"/>
              <a:t>İnternet Üzerinden (Bilgisayara yüklemeden)</a:t>
            </a:r>
          </a:p>
          <a:p>
            <a:pPr lvl="2"/>
            <a:r>
              <a:rPr lang="tr-TR" dirty="0" err="1"/>
              <a:t>Google’de</a:t>
            </a:r>
            <a:r>
              <a:rPr lang="tr-TR" dirty="0"/>
              <a:t> arayın: «</a:t>
            </a:r>
            <a:r>
              <a:rPr lang="tr-TR" dirty="0" err="1"/>
              <a:t>run</a:t>
            </a:r>
            <a:r>
              <a:rPr lang="tr-TR" dirty="0"/>
              <a:t> </a:t>
            </a:r>
            <a:r>
              <a:rPr lang="tr-TR" dirty="0" err="1"/>
              <a:t>code</a:t>
            </a:r>
            <a:r>
              <a:rPr lang="tr-TR" dirty="0"/>
              <a:t> online in an internet browser»</a:t>
            </a:r>
          </a:p>
          <a:p>
            <a:pPr lvl="1"/>
            <a:endParaRPr lang="tr-TR" dirty="0"/>
          </a:p>
          <a:p>
            <a:pPr lvl="1"/>
            <a:r>
              <a:rPr lang="tr-TR" dirty="0">
                <a:hlinkClick r:id="rId2"/>
              </a:rPr>
              <a:t>https://onecompiler.com/</a:t>
            </a:r>
            <a:r>
              <a:rPr lang="tr-TR" dirty="0"/>
              <a:t> (benzeri siteler daha çok var)</a:t>
            </a:r>
          </a:p>
          <a:p>
            <a:pPr lvl="2"/>
            <a:r>
              <a:rPr lang="tr-TR" dirty="0"/>
              <a:t>Python, Java, JavaScript, C, C++, C# ve benzeri 100 den fazla dil var</a:t>
            </a:r>
          </a:p>
          <a:p>
            <a:pPr lvl="1"/>
            <a:endParaRPr lang="tr-TR" dirty="0"/>
          </a:p>
          <a:p>
            <a:pPr lvl="1"/>
            <a:r>
              <a:rPr lang="tr-TR" dirty="0"/>
              <a:t>Google </a:t>
            </a:r>
            <a:r>
              <a:rPr lang="tr-TR" dirty="0" err="1"/>
              <a:t>Colab</a:t>
            </a:r>
            <a:r>
              <a:rPr lang="tr-TR" dirty="0"/>
              <a:t> (Python)</a:t>
            </a:r>
          </a:p>
          <a:p>
            <a:pPr lvl="2"/>
            <a:r>
              <a:rPr lang="tr-TR" dirty="0">
                <a:hlinkClick r:id="rId3"/>
              </a:rPr>
              <a:t>https://colab.research.google.com/</a:t>
            </a:r>
            <a:r>
              <a:rPr lang="tr-TR" dirty="0"/>
              <a:t> </a:t>
            </a:r>
          </a:p>
          <a:p>
            <a:pPr lvl="2"/>
            <a:r>
              <a:rPr lang="tr-TR" dirty="0">
                <a:hlinkClick r:id="rId4"/>
              </a:rPr>
              <a:t>https://developers.google.com/colab</a:t>
            </a:r>
            <a:r>
              <a:rPr lang="tr-TR" dirty="0"/>
              <a:t> </a:t>
            </a:r>
          </a:p>
          <a:p>
            <a:pPr marL="457200" lvl="1" indent="0">
              <a:buNone/>
            </a:pPr>
            <a:endParaRPr lang="tr-TR" dirty="0"/>
          </a:p>
          <a:p>
            <a:pPr lvl="1"/>
            <a:r>
              <a:rPr lang="tr-TR" dirty="0"/>
              <a:t>Bilgisayarımız üzerinde (Bilgisayarımıza yükleyerek) </a:t>
            </a:r>
          </a:p>
          <a:p>
            <a:pPr lvl="1"/>
            <a:r>
              <a:rPr lang="tr-TR" dirty="0"/>
              <a:t>Önce Compiler veya </a:t>
            </a:r>
            <a:r>
              <a:rPr lang="tr-TR" dirty="0" err="1"/>
              <a:t>İnterpreter</a:t>
            </a:r>
            <a:r>
              <a:rPr lang="tr-TR" dirty="0"/>
              <a:t> yükle</a:t>
            </a:r>
          </a:p>
          <a:p>
            <a:pPr lvl="1"/>
            <a:r>
              <a:rPr lang="tr-TR" dirty="0"/>
              <a:t>Sonra IDE yükle</a:t>
            </a:r>
          </a:p>
          <a:p>
            <a:pPr lvl="2"/>
            <a:r>
              <a:rPr lang="tr-TR" dirty="0"/>
              <a:t>Python </a:t>
            </a:r>
            <a:r>
              <a:rPr lang="tr-TR" dirty="0">
                <a:sym typeface="Wingdings" panose="05000000000000000000" pitchFamily="2" charset="2"/>
              </a:rPr>
              <a:t> Visual </a:t>
            </a:r>
            <a:r>
              <a:rPr lang="tr-TR" dirty="0" err="1">
                <a:sym typeface="Wingdings" panose="05000000000000000000" pitchFamily="2" charset="2"/>
              </a:rPr>
              <a:t>Stdio</a:t>
            </a:r>
            <a:r>
              <a:rPr lang="tr-TR" dirty="0">
                <a:sym typeface="Wingdings" panose="05000000000000000000" pitchFamily="2" charset="2"/>
              </a:rPr>
              <a:t> </a:t>
            </a:r>
            <a:r>
              <a:rPr lang="tr-TR" dirty="0" err="1">
                <a:sym typeface="Wingdings" panose="05000000000000000000" pitchFamily="2" charset="2"/>
              </a:rPr>
              <a:t>Code</a:t>
            </a:r>
            <a:r>
              <a:rPr lang="tr-TR" dirty="0">
                <a:sym typeface="Wingdings" panose="05000000000000000000" pitchFamily="2" charset="2"/>
              </a:rPr>
              <a:t>, </a:t>
            </a:r>
            <a:r>
              <a:rPr lang="tr-TR" dirty="0" err="1">
                <a:sym typeface="Wingdings" panose="05000000000000000000" pitchFamily="2" charset="2"/>
              </a:rPr>
              <a:t>PyCharm</a:t>
            </a:r>
            <a:endParaRPr lang="tr-TR" dirty="0">
              <a:sym typeface="Wingdings" panose="05000000000000000000" pitchFamily="2" charset="2"/>
            </a:endParaRPr>
          </a:p>
          <a:p>
            <a:pPr lvl="2"/>
            <a:r>
              <a:rPr lang="tr-TR" dirty="0">
                <a:sym typeface="Wingdings" panose="05000000000000000000" pitchFamily="2" charset="2"/>
              </a:rPr>
              <a:t>Java  </a:t>
            </a:r>
            <a:r>
              <a:rPr lang="tr-TR" dirty="0" err="1">
                <a:sym typeface="Wingdings" panose="05000000000000000000" pitchFamily="2" charset="2"/>
              </a:rPr>
              <a:t>IntelliJIDEA</a:t>
            </a:r>
            <a:r>
              <a:rPr lang="tr-TR" dirty="0">
                <a:sym typeface="Wingdings" panose="05000000000000000000" pitchFamily="2" charset="2"/>
              </a:rPr>
              <a:t>, VS </a:t>
            </a:r>
            <a:r>
              <a:rPr lang="tr-TR" dirty="0" err="1">
                <a:sym typeface="Wingdings" panose="05000000000000000000" pitchFamily="2" charset="2"/>
              </a:rPr>
              <a:t>Code</a:t>
            </a:r>
            <a:r>
              <a:rPr lang="tr-TR" dirty="0">
                <a:sym typeface="Wingdings" panose="05000000000000000000" pitchFamily="2" charset="2"/>
              </a:rPr>
              <a:t>, </a:t>
            </a:r>
            <a:r>
              <a:rPr lang="tr-TR" dirty="0" err="1">
                <a:sym typeface="Wingdings" panose="05000000000000000000" pitchFamily="2" charset="2"/>
              </a:rPr>
              <a:t>Eclipse</a:t>
            </a:r>
            <a:r>
              <a:rPr lang="tr-TR" dirty="0">
                <a:sym typeface="Wingdings" panose="05000000000000000000" pitchFamily="2" charset="2"/>
              </a:rPr>
              <a:t>, </a:t>
            </a:r>
            <a:r>
              <a:rPr lang="tr-TR" dirty="0" err="1">
                <a:sym typeface="Wingdings" panose="05000000000000000000" pitchFamily="2" charset="2"/>
              </a:rPr>
              <a:t>NetBeans</a:t>
            </a:r>
            <a:endParaRPr lang="tr-TR" dirty="0">
              <a:sym typeface="Wingdings" panose="05000000000000000000" pitchFamily="2" charset="2"/>
            </a:endParaRPr>
          </a:p>
          <a:p>
            <a:pPr lvl="2"/>
            <a:r>
              <a:rPr lang="tr-TR" dirty="0"/>
              <a:t>C# .NET </a:t>
            </a:r>
            <a:r>
              <a:rPr lang="tr-TR" dirty="0">
                <a:sym typeface="Wingdings" panose="05000000000000000000" pitchFamily="2" charset="2"/>
              </a:rPr>
              <a:t> Visual </a:t>
            </a:r>
            <a:r>
              <a:rPr lang="tr-TR" dirty="0" err="1">
                <a:sym typeface="Wingdings" panose="05000000000000000000" pitchFamily="2" charset="2"/>
              </a:rPr>
              <a:t>Studio</a:t>
            </a:r>
            <a:r>
              <a:rPr lang="tr-TR" dirty="0">
                <a:sym typeface="Wingdings" panose="05000000000000000000" pitchFamily="2" charset="2"/>
              </a:rPr>
              <a:t>, </a:t>
            </a:r>
            <a:r>
              <a:rPr lang="tr-TR" dirty="0" err="1">
                <a:sym typeface="Wingdings" panose="05000000000000000000" pitchFamily="2" charset="2"/>
              </a:rPr>
              <a:t>Rider</a:t>
            </a:r>
            <a:r>
              <a:rPr lang="tr-TR" dirty="0">
                <a:sym typeface="Wingdings" panose="05000000000000000000" pitchFamily="2" charset="2"/>
              </a:rPr>
              <a:t>, Visual </a:t>
            </a:r>
            <a:r>
              <a:rPr lang="tr-TR" dirty="0" err="1">
                <a:sym typeface="Wingdings" panose="05000000000000000000" pitchFamily="2" charset="2"/>
              </a:rPr>
              <a:t>Studio</a:t>
            </a:r>
            <a:r>
              <a:rPr lang="tr-TR" dirty="0">
                <a:sym typeface="Wingdings" panose="05000000000000000000" pitchFamily="2" charset="2"/>
              </a:rPr>
              <a:t> </a:t>
            </a:r>
            <a:r>
              <a:rPr lang="tr-TR" dirty="0" err="1">
                <a:sym typeface="Wingdings" panose="05000000000000000000" pitchFamily="2" charset="2"/>
              </a:rPr>
              <a:t>Code</a:t>
            </a:r>
            <a:endParaRPr lang="tr-TR" dirty="0"/>
          </a:p>
          <a:p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0601965-B364-FBBE-A0AC-552DAAD3E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E870C-C0BF-4C65-BD7A-20752F252FB9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075785D-EBF0-033B-B438-47454081B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2B58EA1-C579-05AB-3CB8-09A11D5AD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26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201747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F3F5F-325D-F723-F7CC-62EADFE3C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C51B030-A99D-7799-EA19-159316BC4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tr-TR" sz="3600" dirty="0"/>
              <a:t>«Merhaba Dünya» programı ne demektir?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D70B57A6-D080-5B67-A1AB-199DF1C60F12}"/>
              </a:ext>
            </a:extLst>
          </p:cNvPr>
          <p:cNvSpPr txBox="1"/>
          <p:nvPr/>
        </p:nvSpPr>
        <p:spPr>
          <a:xfrm>
            <a:off x="5149645" y="5041294"/>
            <a:ext cx="2553929" cy="1238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/>
              <a:t>Python:</a:t>
            </a:r>
          </a:p>
          <a:p>
            <a:endParaRPr lang="tr-TR" sz="1400" dirty="0"/>
          </a:p>
          <a:p>
            <a:pPr>
              <a:lnSpc>
                <a:spcPct val="113095"/>
              </a:lnSpc>
              <a:buNone/>
            </a:pPr>
            <a:r>
              <a:rPr lang="tr-T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 Dünya!"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"Merhaba!"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"Merhabalar!"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A683C778-5789-7E44-E510-2E86EA0DC103}"/>
              </a:ext>
            </a:extLst>
          </p:cNvPr>
          <p:cNvSpPr txBox="1"/>
          <p:nvPr/>
        </p:nvSpPr>
        <p:spPr>
          <a:xfrm>
            <a:off x="371170" y="1435509"/>
            <a:ext cx="5105398" cy="4703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C# .NET: </a:t>
            </a:r>
          </a:p>
          <a:p>
            <a:pPr>
              <a:lnSpc>
                <a:spcPct val="113095"/>
              </a:lnSpc>
              <a:buNone/>
            </a:pPr>
            <a:endParaRPr lang="tr-T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tr-TR" sz="1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tr-T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Collections</a:t>
            </a:r>
            <a:r>
              <a:rPr lang="tr-T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Generic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tr-T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Linq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tr-T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tr-T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RegularExpressions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tr-T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HelloWorld</a:t>
            </a:r>
            <a:endParaRPr lang="tr-T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tr-T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Program</a:t>
            </a:r>
            <a:endParaRPr lang="tr-T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tr-T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tr-T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tr-T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tr-T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"Merhaba </a:t>
            </a:r>
            <a:r>
              <a:rPr lang="tr-T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Dünya!"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tr-T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tr-T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"Merhaba"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tr-T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tr-T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"Merhabalar"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C285EDBB-11EC-C7CB-7875-716FC198682B}"/>
              </a:ext>
            </a:extLst>
          </p:cNvPr>
          <p:cNvSpPr txBox="1"/>
          <p:nvPr/>
        </p:nvSpPr>
        <p:spPr>
          <a:xfrm>
            <a:off x="4520380" y="1294262"/>
            <a:ext cx="4166419" cy="2565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3095"/>
              </a:lnSpc>
            </a:pPr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Java:</a:t>
            </a:r>
          </a:p>
          <a:p>
            <a:pPr>
              <a:lnSpc>
                <a:spcPct val="113095"/>
              </a:lnSpc>
            </a:pPr>
            <a:endParaRPr lang="tr-TR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tr-TR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java.util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.*;</a:t>
            </a:r>
          </a:p>
          <a:p>
            <a:pPr>
              <a:lnSpc>
                <a:spcPct val="113095"/>
              </a:lnSpc>
              <a:buNone/>
            </a:pPr>
            <a:endParaRPr lang="tr-TR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tr-TR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tr-TR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3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3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tr-TR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tr-TR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tr-TR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tr-TR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tr-TR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Merhaba Dünya!"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tr-TR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tr-TR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tr-TR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"Merhaba!"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tr-TR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tr-TR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tr-TR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"Merhabalar!"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C6FFB745-6D38-36AB-1489-A95553CF4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F6595-5809-4331-A82F-8ECD7B658D5D}" type="datetime1">
              <a:rPr lang="tr-TR" smtClean="0"/>
              <a:t>25.09.2026</a:t>
            </a:fld>
            <a:endParaRPr lang="tr-TR"/>
          </a:p>
        </p:txBody>
      </p:sp>
      <p:sp>
        <p:nvSpPr>
          <p:cNvPr id="7" name="Alt Bilgi Yer Tutucusu 6">
            <a:extLst>
              <a:ext uri="{FF2B5EF4-FFF2-40B4-BE49-F238E27FC236}">
                <a16:creationId xmlns:a16="http://schemas.microsoft.com/office/drawing/2014/main" id="{9591F2F2-6954-505C-1C5C-CF711C441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8" name="Slayt Numarası Yer Tutucusu 7">
            <a:extLst>
              <a:ext uri="{FF2B5EF4-FFF2-40B4-BE49-F238E27FC236}">
                <a16:creationId xmlns:a16="http://schemas.microsoft.com/office/drawing/2014/main" id="{11682571-E38E-FAA4-E6F1-5E6BDB057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27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09196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043D2-B1D9-1F21-AE31-F9856978E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60AD420-3520-2094-7514-8520E8E8F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9609"/>
          </a:xfrm>
        </p:spPr>
        <p:txBody>
          <a:bodyPr>
            <a:normAutofit fontScale="90000"/>
          </a:bodyPr>
          <a:lstStyle/>
          <a:p>
            <a:r>
              <a:rPr lang="tr-TR" sz="3600" dirty="0"/>
              <a:t>«Merhaba Dünya» programı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DBE78DC-2394-CB73-BB5C-3526FA90B0D9}"/>
              </a:ext>
            </a:extLst>
          </p:cNvPr>
          <p:cNvSpPr txBox="1"/>
          <p:nvPr/>
        </p:nvSpPr>
        <p:spPr>
          <a:xfrm>
            <a:off x="4000499" y="4215383"/>
            <a:ext cx="2553929" cy="1238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/>
              <a:t>Python:</a:t>
            </a:r>
          </a:p>
          <a:p>
            <a:endParaRPr lang="tr-TR" sz="1400" dirty="0"/>
          </a:p>
          <a:p>
            <a:pPr>
              <a:lnSpc>
                <a:spcPct val="113095"/>
              </a:lnSpc>
              <a:buNone/>
            </a:pPr>
            <a:r>
              <a:rPr lang="tr-T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 Dünya!"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"Merhaba!"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"Merhabalar!"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077F8E7A-40B7-344E-ACC4-6F04C774FBD4}"/>
              </a:ext>
            </a:extLst>
          </p:cNvPr>
          <p:cNvSpPr txBox="1"/>
          <p:nvPr/>
        </p:nvSpPr>
        <p:spPr>
          <a:xfrm>
            <a:off x="381002" y="1976284"/>
            <a:ext cx="3787875" cy="1294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C# .NET: </a:t>
            </a:r>
          </a:p>
          <a:p>
            <a:pPr>
              <a:lnSpc>
                <a:spcPct val="113095"/>
              </a:lnSpc>
              <a:buNone/>
            </a:pPr>
            <a:endParaRPr lang="tr-T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tr-T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tr-T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"Merhaba </a:t>
            </a:r>
            <a:r>
              <a:rPr lang="tr-T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Dünya!"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tr-T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"Merhaba"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tr-T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"Merhabalar"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172F0706-07A0-1024-F385-CDC23456A28E}"/>
              </a:ext>
            </a:extLst>
          </p:cNvPr>
          <p:cNvSpPr txBox="1"/>
          <p:nvPr/>
        </p:nvSpPr>
        <p:spPr>
          <a:xfrm>
            <a:off x="5277464" y="1252572"/>
            <a:ext cx="3610897" cy="1209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3095"/>
              </a:lnSpc>
            </a:pPr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Java:</a:t>
            </a:r>
          </a:p>
          <a:p>
            <a:pPr>
              <a:lnSpc>
                <a:spcPct val="113095"/>
              </a:lnSpc>
            </a:pPr>
            <a:endParaRPr lang="tr-TR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tr-TR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tr-TR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tr-TR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tr-TR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Merhaba Dünya!"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tr-TR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tr-TR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tr-TR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"Merhaba!"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tr-TR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tr-TR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tr-TR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"Merhabalar!"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456199CC-7840-4E36-3D9C-B3AD01285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FD688-8E0B-4917-93B2-78EE6D6B57D6}" type="datetime1">
              <a:rPr lang="tr-TR" smtClean="0"/>
              <a:t>25.09.2026</a:t>
            </a:fld>
            <a:endParaRPr lang="tr-TR"/>
          </a:p>
        </p:txBody>
      </p:sp>
      <p:sp>
        <p:nvSpPr>
          <p:cNvPr id="7" name="Alt Bilgi Yer Tutucusu 6">
            <a:extLst>
              <a:ext uri="{FF2B5EF4-FFF2-40B4-BE49-F238E27FC236}">
                <a16:creationId xmlns:a16="http://schemas.microsoft.com/office/drawing/2014/main" id="{C0E356FB-D05D-A81E-A7EB-4F8D5D43E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8" name="Slayt Numarası Yer Tutucusu 7">
            <a:extLst>
              <a:ext uri="{FF2B5EF4-FFF2-40B4-BE49-F238E27FC236}">
                <a16:creationId xmlns:a16="http://schemas.microsoft.com/office/drawing/2014/main" id="{CAA605C5-BF87-CF82-98D1-B7F4429C5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28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861866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CB927-86F3-B76D-D501-6F988F1F3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85451A2-884A-448B-0DD4-6110D2AAE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6073"/>
          </a:xfrm>
        </p:spPr>
        <p:txBody>
          <a:bodyPr>
            <a:normAutofit fontScale="90000"/>
          </a:bodyPr>
          <a:lstStyle/>
          <a:p>
            <a:r>
              <a:rPr lang="tr-TR" sz="3600" dirty="0"/>
              <a:t>Örnek Kod:  «Merhaba Dünya programı»</a:t>
            </a:r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D3168013-792A-E7B1-B2ED-66F6EE507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128441"/>
              </p:ext>
            </p:extLst>
          </p:nvPr>
        </p:nvGraphicFramePr>
        <p:xfrm>
          <a:off x="130281" y="914400"/>
          <a:ext cx="8069822" cy="4689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746">
                  <a:extLst>
                    <a:ext uri="{9D8B030D-6E8A-4147-A177-3AD203B41FA5}">
                      <a16:colId xmlns:a16="http://schemas.microsoft.com/office/drawing/2014/main" val="3268551095"/>
                    </a:ext>
                  </a:extLst>
                </a:gridCol>
                <a:gridCol w="4887683">
                  <a:extLst>
                    <a:ext uri="{9D8B030D-6E8A-4147-A177-3AD203B41FA5}">
                      <a16:colId xmlns:a16="http://schemas.microsoft.com/office/drawing/2014/main" val="67974902"/>
                    </a:ext>
                  </a:extLst>
                </a:gridCol>
                <a:gridCol w="2497393">
                  <a:extLst>
                    <a:ext uri="{9D8B030D-6E8A-4147-A177-3AD203B41FA5}">
                      <a16:colId xmlns:a16="http://schemas.microsoft.com/office/drawing/2014/main" val="2283475704"/>
                    </a:ext>
                  </a:extLst>
                </a:gridCol>
              </a:tblGrid>
              <a:tr h="473725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Kod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Çıktı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96595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8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"Merhaba Dünya!"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8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"Merhaba!"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800" b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"Merhabalar!"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/>
                        <a:t>Merhaba Dünya!</a:t>
                      </a:r>
                    </a:p>
                    <a:p>
                      <a:r>
                        <a:rPr lang="tr-TR"/>
                        <a:t>Merhaba!</a:t>
                      </a:r>
                    </a:p>
                    <a:p>
                      <a:r>
                        <a:rPr lang="tr-TR"/>
                        <a:t>Merhabalar!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001312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System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800" b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out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800" b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println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600">
                          <a:solidFill>
                            <a:srgbClr val="A31515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800" b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Merhaba Dünya!"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System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800" b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out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800" b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println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800" b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"Merhaba!"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System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800" b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out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800" b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println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800" b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"Merhabalar!"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  <a:endParaRPr lang="tr-TR" sz="18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Merhaba Dünya!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Merhaba!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Merhabalar!</a:t>
                      </a:r>
                      <a:endParaRPr kumimoji="0" lang="tr-T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925655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C#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3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108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Console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95E26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WriteLine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A31515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"Merhaba Dünya!"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3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108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Console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95E26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WriteLine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A31515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"Merhaba"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3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108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Console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95E26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WriteLine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A31515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"Merhabalar"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);</a:t>
                      </a:r>
                      <a:endParaRPr kumimoji="0" lang="tr-T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Merhaba Dünya!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Merhaba!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Merhabalar!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477623"/>
                  </a:ext>
                </a:extLst>
              </a:tr>
            </a:tbl>
          </a:graphicData>
        </a:graphic>
      </p:graphicFrame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7E8F8F74-0C10-C2C4-16A9-78C028CC5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7C320-059E-4DC3-8059-CCDED2AD416A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93EFADE-ACE6-7333-0536-F750DBBBE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D1FC238-8928-05D0-6E63-793230613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29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918874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9066E-2F34-F901-1524-CD54CC076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60144B3-049E-44A2-D63A-B5BBFFFC6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9647" y="1372291"/>
            <a:ext cx="4807226" cy="529609"/>
          </a:xfrm>
        </p:spPr>
        <p:txBody>
          <a:bodyPr>
            <a:normAutofit fontScale="90000"/>
          </a:bodyPr>
          <a:lstStyle/>
          <a:p>
            <a:r>
              <a:rPr lang="tr-TR" sz="3600" dirty="0"/>
              <a:t>«Merhaba Dünya» programı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8BAEAA65-24CA-06D4-CB74-451E1CACD5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27" y="608449"/>
            <a:ext cx="5203826" cy="5750084"/>
          </a:xfrm>
          <a:prstGeom prst="rect">
            <a:avLst/>
          </a:prstGeom>
        </p:spPr>
      </p:pic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FDF190BF-2595-F135-8D2D-3838CFF38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3EE66-3B5B-40DD-8C05-2B867A749528}" type="datetime1">
              <a:rPr lang="tr-TR" smtClean="0"/>
              <a:t>25.09.2026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FD988578-A8AB-7823-C824-E67BB192F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190A5CE2-6FFD-9875-A8AB-80546C96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30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545676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04F80-588C-C4B0-F3D0-0832117A7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E10DA56-AA8C-821D-A8B3-515120A48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tr-TR" sz="3600" dirty="0"/>
              <a:t>Bilgisayarımızda yapmamız gereken ayarlar.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1484C6A-7C95-B02E-C928-DE104CA2F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 fontScale="62500" lnSpcReduction="20000"/>
          </a:bodyPr>
          <a:lstStyle/>
          <a:p>
            <a:r>
              <a:rPr lang="tr-TR" dirty="0">
                <a:hlinkClick r:id="rId2"/>
              </a:rPr>
              <a:t>https://harunaltay.github.io/python/Ayarlar_ve_Yuklemeler.html</a:t>
            </a:r>
            <a:r>
              <a:rPr lang="tr-TR" dirty="0"/>
              <a:t> </a:t>
            </a:r>
          </a:p>
          <a:p>
            <a:pPr lvl="1"/>
            <a:r>
              <a:rPr lang="tr-TR" dirty="0"/>
              <a:t>(Ayarları nasıl yapacağınız bu sayfada)</a:t>
            </a:r>
          </a:p>
          <a:p>
            <a:r>
              <a:rPr lang="tr-TR" dirty="0"/>
              <a:t>(</a:t>
            </a:r>
            <a:r>
              <a:rPr lang="tr-TR" dirty="0" err="1"/>
              <a:t>Windows'da</a:t>
            </a:r>
            <a:r>
              <a:rPr lang="tr-TR" dirty="0"/>
              <a:t>)</a:t>
            </a:r>
          </a:p>
          <a:p>
            <a:r>
              <a:rPr lang="tr-TR" dirty="0"/>
              <a:t>- Dosyaların uzantısını göster   </a:t>
            </a:r>
          </a:p>
          <a:p>
            <a:r>
              <a:rPr lang="tr-TR" dirty="0"/>
              <a:t>- Gizli dosya, klasör ve sürücüleri göster" seçeneğini seç</a:t>
            </a:r>
          </a:p>
          <a:p>
            <a:r>
              <a:rPr lang="tr-TR" dirty="0"/>
              <a:t>- Oturum açmada önceki klasör seçeneklerini geri yükle" satırını tıklayarak seç</a:t>
            </a:r>
          </a:p>
          <a:p>
            <a:r>
              <a:rPr lang="tr-TR" dirty="0"/>
              <a:t>Eğer burada bir hata yapar da, fabrika ayarlarına geri dönmek istersen, sağ alt köşedeki "Varsayılanları geri yükle" tuşuna basabilirsiniz.</a:t>
            </a:r>
          </a:p>
          <a:p>
            <a:endParaRPr lang="tr-TR" dirty="0"/>
          </a:p>
          <a:p>
            <a:r>
              <a:rPr lang="tr-TR" dirty="0" err="1"/>
              <a:t>Foxit</a:t>
            </a:r>
            <a:r>
              <a:rPr lang="tr-TR" dirty="0"/>
              <a:t> PDF Reader 'i yükle</a:t>
            </a:r>
          </a:p>
          <a:p>
            <a:r>
              <a:rPr lang="tr-TR" dirty="0"/>
              <a:t>(Adobe PDF </a:t>
            </a:r>
            <a:r>
              <a:rPr lang="tr-TR" dirty="0" err="1"/>
              <a:t>Playerden</a:t>
            </a:r>
            <a:r>
              <a:rPr lang="tr-TR" dirty="0"/>
              <a:t> daha iyi, sizin iyiliğiniz için)</a:t>
            </a:r>
          </a:p>
          <a:p>
            <a:r>
              <a:rPr lang="tr-TR" dirty="0">
                <a:hlinkClick r:id="rId3"/>
              </a:rPr>
              <a:t>https://www.foxit.com/pdf-reader/</a:t>
            </a:r>
            <a:r>
              <a:rPr lang="tr-TR" dirty="0"/>
              <a:t> </a:t>
            </a:r>
          </a:p>
          <a:p>
            <a:endParaRPr lang="tr-TR" dirty="0"/>
          </a:p>
          <a:p>
            <a:r>
              <a:rPr lang="tr-TR" dirty="0" err="1"/>
              <a:t>Calibre</a:t>
            </a:r>
            <a:r>
              <a:rPr lang="tr-TR" dirty="0"/>
              <a:t> </a:t>
            </a:r>
            <a:r>
              <a:rPr lang="tr-TR" dirty="0" err="1"/>
              <a:t>ebook</a:t>
            </a:r>
            <a:r>
              <a:rPr lang="tr-TR" dirty="0"/>
              <a:t> Management yükle</a:t>
            </a:r>
          </a:p>
          <a:p>
            <a:r>
              <a:rPr lang="tr-TR" dirty="0" err="1"/>
              <a:t>epub</a:t>
            </a:r>
            <a:r>
              <a:rPr lang="tr-TR" dirty="0"/>
              <a:t>/</a:t>
            </a:r>
            <a:r>
              <a:rPr lang="tr-TR" dirty="0" err="1"/>
              <a:t>ebook</a:t>
            </a:r>
            <a:r>
              <a:rPr lang="tr-TR" dirty="0"/>
              <a:t> gibi dosyaları okuyabilmek için</a:t>
            </a:r>
          </a:p>
          <a:p>
            <a:r>
              <a:rPr lang="tr-TR" dirty="0"/>
              <a:t>(PDF in alternatifleri)</a:t>
            </a:r>
          </a:p>
          <a:p>
            <a:r>
              <a:rPr lang="tr-TR" dirty="0">
                <a:hlinkClick r:id="rId4"/>
              </a:rPr>
              <a:t>https://calibre-ebook.com/</a:t>
            </a:r>
            <a:r>
              <a:rPr lang="tr-TR" dirty="0"/>
              <a:t> 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C328822-A1CB-AD45-AF81-580B7977A646}"/>
              </a:ext>
            </a:extLst>
          </p:cNvPr>
          <p:cNvSpPr txBox="1"/>
          <p:nvPr/>
        </p:nvSpPr>
        <p:spPr>
          <a:xfrm>
            <a:off x="10913806" y="23007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4057A01-E3F6-1617-62D7-713D7B74E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C3776-6893-40B5-BFB7-819CEB1620E0}" type="datetime1">
              <a:rPr lang="tr-TR" smtClean="0"/>
              <a:t>25.09.2026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6CBCC66-51FE-163D-3FDA-BB4AECE46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F1C8760-EBFB-B092-2262-74B93AA6A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31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049401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0E965-30C3-052E-3F51-EDA214E53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534FDA7-F7D4-1735-FD98-46165CB9E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633447" cy="726256"/>
          </a:xfrm>
        </p:spPr>
        <p:txBody>
          <a:bodyPr>
            <a:normAutofit/>
          </a:bodyPr>
          <a:lstStyle/>
          <a:p>
            <a:r>
              <a:rPr lang="tr-TR" sz="2800" dirty="0"/>
              <a:t>Bu eğitimde hangi programlama dillerini göreceğiz?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5EC1ACD-F196-91F8-3E89-54BD15E2B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3698" y="1091382"/>
            <a:ext cx="5120148" cy="3217728"/>
          </a:xfrm>
        </p:spPr>
        <p:txBody>
          <a:bodyPr>
            <a:normAutofit/>
          </a:bodyPr>
          <a:lstStyle/>
          <a:p>
            <a:r>
              <a:rPr lang="tr-TR" sz="2000" dirty="0"/>
              <a:t>Python</a:t>
            </a:r>
          </a:p>
          <a:p>
            <a:r>
              <a:rPr lang="tr-TR" sz="2000" dirty="0"/>
              <a:t>Java</a:t>
            </a:r>
          </a:p>
          <a:p>
            <a:r>
              <a:rPr lang="tr-TR" sz="2000" dirty="0"/>
              <a:t>C# (.NET)</a:t>
            </a:r>
          </a:p>
          <a:p>
            <a:endParaRPr lang="tr-TR" sz="2000" dirty="0"/>
          </a:p>
          <a:p>
            <a:r>
              <a:rPr lang="tr-TR" sz="2000" dirty="0"/>
              <a:t>Bilgisayarımıza hangi programları yüklememiz lazım:</a:t>
            </a:r>
          </a:p>
          <a:p>
            <a:pPr marL="914400" lvl="1" indent="-457200">
              <a:buFont typeface="+mj-lt"/>
              <a:buAutoNum type="arabicPeriod"/>
            </a:pPr>
            <a:r>
              <a:rPr lang="tr-TR" sz="1800" dirty="0"/>
              <a:t>Compiler/</a:t>
            </a:r>
            <a:r>
              <a:rPr lang="tr-TR" sz="1800" dirty="0" err="1"/>
              <a:t>interpreter</a:t>
            </a:r>
            <a:r>
              <a:rPr lang="tr-TR" sz="1800" dirty="0"/>
              <a:t> nasıl yüklenilir?</a:t>
            </a:r>
          </a:p>
          <a:p>
            <a:pPr marL="914400" lvl="1" indent="-457200">
              <a:buFont typeface="+mj-lt"/>
              <a:buAutoNum type="arabicPeriod"/>
            </a:pPr>
            <a:r>
              <a:rPr lang="tr-TR" sz="1800" dirty="0"/>
              <a:t>Hangi programlar (</a:t>
            </a:r>
            <a:r>
              <a:rPr lang="tr-TR" sz="1800" dirty="0" err="1"/>
              <a:t>IDE’ler</a:t>
            </a:r>
            <a:r>
              <a:rPr lang="tr-TR" sz="1800" dirty="0"/>
              <a:t>) kullanılarak program yazılır?</a:t>
            </a:r>
          </a:p>
          <a:p>
            <a:pPr marL="457200" lvl="1" indent="0">
              <a:buNone/>
            </a:pPr>
            <a:endParaRPr lang="tr-TR" sz="18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30C19AFE-6D06-4F3D-44B6-24C61F0BC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36" y="1335864"/>
            <a:ext cx="4975123" cy="5157010"/>
          </a:xfrm>
          <a:prstGeom prst="rect">
            <a:avLst/>
          </a:prstGeom>
        </p:spPr>
      </p:pic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E6A5244-DE1D-0FAC-BB5D-9BD1B94B2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925D-DBC8-405C-89B5-49F8D2BDFEEE}" type="datetime1">
              <a:rPr lang="tr-TR" smtClean="0"/>
              <a:t>25.09.2026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7EEB887-0022-DC61-7A90-54267AB37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BD1D21B-15FE-EE55-1902-4FFB69E3E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32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33033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1195E-33FF-088F-E9C2-2F540CCCD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6CE3879-5FD9-CCD7-9ED0-B130AB7BB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654040" cy="726256"/>
          </a:xfrm>
        </p:spPr>
        <p:txBody>
          <a:bodyPr>
            <a:normAutofit/>
          </a:bodyPr>
          <a:lstStyle/>
          <a:p>
            <a:r>
              <a:rPr lang="tr-TR" sz="3600" dirty="0"/>
              <a:t>Python </a:t>
            </a:r>
            <a:r>
              <a:rPr lang="tr-TR" sz="2400" dirty="0">
                <a:solidFill>
                  <a:schemeClr val="bg2">
                    <a:lumMod val="50000"/>
                  </a:schemeClr>
                </a:solidFill>
              </a:rPr>
              <a:t>(Bilgisayarımıza Yüklüyoruz)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B73B38A-022C-7A55-3A0C-EAE2BFD25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7411065" cy="5220928"/>
          </a:xfrm>
        </p:spPr>
        <p:txBody>
          <a:bodyPr>
            <a:normAutofit/>
          </a:bodyPr>
          <a:lstStyle/>
          <a:p>
            <a:r>
              <a:rPr lang="tr-TR" dirty="0">
                <a:solidFill>
                  <a:prstClr val="black"/>
                </a:solidFill>
              </a:rPr>
              <a:t>Önce Bilgisayara Compiler / </a:t>
            </a:r>
            <a:r>
              <a:rPr lang="tr-TR" dirty="0" err="1">
                <a:solidFill>
                  <a:prstClr val="black"/>
                </a:solidFill>
              </a:rPr>
              <a:t>interpreter</a:t>
            </a:r>
            <a:r>
              <a:rPr lang="tr-TR" dirty="0">
                <a:solidFill>
                  <a:prstClr val="black"/>
                </a:solidFill>
              </a:rPr>
              <a:t> yükle</a:t>
            </a:r>
          </a:p>
          <a:p>
            <a:pPr lvl="1"/>
            <a:r>
              <a:rPr lang="tr-TR" dirty="0">
                <a:hlinkClick r:id="rId2"/>
              </a:rPr>
              <a:t>https://www.python.org/downloads/</a:t>
            </a:r>
            <a:r>
              <a:rPr lang="tr-TR" dirty="0"/>
              <a:t> </a:t>
            </a:r>
          </a:p>
          <a:p>
            <a:pPr lvl="1"/>
            <a:endParaRPr lang="tr-TR" dirty="0"/>
          </a:p>
          <a:p>
            <a:r>
              <a:rPr lang="tr-TR" dirty="0">
                <a:solidFill>
                  <a:prstClr val="black"/>
                </a:solidFill>
              </a:rPr>
              <a:t>Sonra Bilgisayara bir «IDE» yükle</a:t>
            </a:r>
          </a:p>
          <a:p>
            <a:r>
              <a:rPr lang="tr-TR" dirty="0"/>
              <a:t>Hangi programlar kullanılarak program yazılır?</a:t>
            </a:r>
          </a:p>
          <a:p>
            <a:pPr lvl="1">
              <a:defRPr/>
            </a:pP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Python </a:t>
            </a: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 Visual 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Stdio</a:t>
            </a: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Code</a:t>
            </a: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, 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PyCharm</a:t>
            </a: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, 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Anaconda</a:t>
            </a: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/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Miniconda</a:t>
            </a: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, 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Spyder</a:t>
            </a:r>
            <a:r>
              <a:rPr lang="tr-TR" sz="2300" dirty="0">
                <a:solidFill>
                  <a:prstClr val="black"/>
                </a:solidFill>
                <a:sym typeface="Wingdings" panose="05000000000000000000" pitchFamily="2" charset="2"/>
              </a:rPr>
              <a:t>, </a:t>
            </a:r>
            <a:r>
              <a:rPr lang="tr-TR" sz="2300" dirty="0" err="1">
                <a:solidFill>
                  <a:prstClr val="black"/>
                </a:solidFill>
                <a:sym typeface="Wingdings" panose="05000000000000000000" pitchFamily="2" charset="2"/>
              </a:rPr>
              <a:t>Jupyter</a:t>
            </a:r>
            <a:r>
              <a:rPr lang="tr-TR" sz="2300" dirty="0">
                <a:solidFill>
                  <a:prstClr val="black"/>
                </a:solidFill>
                <a:sym typeface="Wingdings" panose="05000000000000000000" pitchFamily="2" charset="2"/>
              </a:rPr>
              <a:t> Notebook / </a:t>
            </a:r>
            <a:r>
              <a:rPr lang="tr-TR" sz="2300" dirty="0" err="1">
                <a:solidFill>
                  <a:prstClr val="black"/>
                </a:solidFill>
                <a:sym typeface="Wingdings" panose="05000000000000000000" pitchFamily="2" charset="2"/>
              </a:rPr>
              <a:t>JupyterLab</a:t>
            </a:r>
            <a:endParaRPr lang="tr-TR" sz="2300" dirty="0">
              <a:solidFill>
                <a:prstClr val="black"/>
              </a:solidFill>
              <a:latin typeface="Aptos" panose="02110004020202020204"/>
              <a:sym typeface="Wingdings" panose="05000000000000000000" pitchFamily="2" charset="2"/>
            </a:endParaRPr>
          </a:p>
          <a:p>
            <a:pPr marL="457200" lvl="1" indent="0">
              <a:buNone/>
              <a:defRPr/>
            </a:pPr>
            <a:endParaRPr lang="tr-TR" sz="1900" dirty="0">
              <a:solidFill>
                <a:prstClr val="black"/>
              </a:solidFill>
              <a:latin typeface="Aptos" panose="02110004020202020204"/>
              <a:sym typeface="Wingdings" panose="05000000000000000000" pitchFamily="2" charset="2"/>
            </a:endParaRPr>
          </a:p>
          <a:p>
            <a:pPr>
              <a:defRPr/>
            </a:pPr>
            <a:r>
              <a:rPr lang="tr-TR" sz="2700" dirty="0">
                <a:solidFill>
                  <a:prstClr val="black"/>
                </a:solidFill>
                <a:latin typeface="Aptos" panose="02110004020202020204"/>
                <a:sym typeface="Wingdings" panose="05000000000000000000" pitchFamily="2" charset="2"/>
              </a:rPr>
              <a:t>IDE: </a:t>
            </a:r>
            <a:r>
              <a:rPr lang="tr-TR" sz="2700" dirty="0" err="1">
                <a:solidFill>
                  <a:prstClr val="black"/>
                </a:solidFill>
                <a:latin typeface="Aptos" panose="02110004020202020204"/>
                <a:sym typeface="Wingdings" panose="05000000000000000000" pitchFamily="2" charset="2"/>
              </a:rPr>
              <a:t>integrated</a:t>
            </a:r>
            <a:r>
              <a:rPr lang="tr-TR" sz="2700" dirty="0">
                <a:solidFill>
                  <a:prstClr val="black"/>
                </a:solidFill>
                <a:latin typeface="Aptos" panose="02110004020202020204"/>
                <a:sym typeface="Wingdings" panose="05000000000000000000" pitchFamily="2" charset="2"/>
              </a:rPr>
              <a:t> Development Environment</a:t>
            </a:r>
          </a:p>
          <a:p>
            <a:pPr lvl="1">
              <a:defRPr/>
            </a:pPr>
            <a:r>
              <a:rPr lang="tr-TR" sz="2300" dirty="0">
                <a:solidFill>
                  <a:prstClr val="black"/>
                </a:solidFill>
                <a:latin typeface="Aptos" panose="02110004020202020204"/>
                <a:sym typeface="Wingdings" panose="05000000000000000000" pitchFamily="2" charset="2"/>
              </a:rPr>
              <a:t>İçinde program yazdığın program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EB73CA3C-61D0-5089-2711-1F44A73A2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362" y="365126"/>
            <a:ext cx="3978766" cy="2240914"/>
          </a:xfrm>
          <a:prstGeom prst="rect">
            <a:avLst/>
          </a:prstGeom>
        </p:spPr>
      </p:pic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353FBE4-F9CC-EE03-6602-B2E2D5A0B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AD1F-2DE4-4A75-97B2-F99461682000}" type="datetime1">
              <a:rPr lang="tr-TR" smtClean="0"/>
              <a:t>25.09.2026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0E8695D-C093-62F7-0EE4-97CC9387E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B842667-DDB9-1221-F8A6-E9AB48D28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33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909352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30C81-309C-7E2A-6B75-4E9FCF21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139E6F86-65D4-6F96-1C86-59EBA8A8C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840" y="167640"/>
            <a:ext cx="5052060" cy="3368040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E1FD26D6-EC11-491D-32C1-2D9B7CEAE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65370" cy="726256"/>
          </a:xfrm>
        </p:spPr>
        <p:txBody>
          <a:bodyPr>
            <a:normAutofit/>
          </a:bodyPr>
          <a:lstStyle/>
          <a:p>
            <a:r>
              <a:rPr lang="tr-TR" sz="3600" dirty="0"/>
              <a:t>Java </a:t>
            </a:r>
            <a:r>
              <a:rPr lang="tr-TR" sz="2400" dirty="0">
                <a:solidFill>
                  <a:schemeClr val="bg2">
                    <a:lumMod val="50000"/>
                  </a:schemeClr>
                </a:solidFill>
              </a:rPr>
              <a:t>(Bilgisayarımıza Yüklüyoruz)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9447872-615D-958E-0770-BDCFCFD16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6958781" cy="5220928"/>
          </a:xfrm>
        </p:spPr>
        <p:txBody>
          <a:bodyPr>
            <a:normAutofit fontScale="92500" lnSpcReduction="20000"/>
          </a:bodyPr>
          <a:lstStyle/>
          <a:p>
            <a:r>
              <a:rPr lang="tr-TR" dirty="0">
                <a:solidFill>
                  <a:prstClr val="black"/>
                </a:solidFill>
              </a:rPr>
              <a:t>Önce Bilgisayara Compiler / </a:t>
            </a:r>
            <a:r>
              <a:rPr lang="tr-TR" dirty="0" err="1">
                <a:solidFill>
                  <a:prstClr val="black"/>
                </a:solidFill>
              </a:rPr>
              <a:t>interpreter</a:t>
            </a:r>
            <a:r>
              <a:rPr lang="tr-TR" dirty="0">
                <a:solidFill>
                  <a:prstClr val="black"/>
                </a:solidFill>
              </a:rPr>
              <a:t> yükle</a:t>
            </a:r>
          </a:p>
          <a:p>
            <a:pPr lvl="1"/>
            <a:r>
              <a:rPr lang="tr-TR" dirty="0">
                <a:hlinkClick r:id="rId3"/>
              </a:rPr>
              <a:t>https://jdk.java.net/</a:t>
            </a:r>
            <a:endParaRPr lang="tr-TR" dirty="0"/>
          </a:p>
          <a:p>
            <a:pPr lvl="1"/>
            <a:r>
              <a:rPr lang="tr-TR" dirty="0">
                <a:hlinkClick r:id="rId4"/>
              </a:rPr>
              <a:t>https://jdk.java.net/27/</a:t>
            </a:r>
            <a:endParaRPr lang="tr-TR" dirty="0"/>
          </a:p>
          <a:p>
            <a:pPr lvl="1"/>
            <a:r>
              <a:rPr lang="tr-TR" dirty="0">
                <a:hlinkClick r:id="rId5"/>
              </a:rPr>
              <a:t>https://jdk.java.net/javafx27/</a:t>
            </a:r>
            <a:endParaRPr lang="tr-TR" dirty="0"/>
          </a:p>
          <a:p>
            <a:pPr lvl="1"/>
            <a:r>
              <a:rPr lang="tr-TR" dirty="0">
                <a:hlinkClick r:id="rId6"/>
              </a:rPr>
              <a:t>https://jdk.java.net/jmc/9/</a:t>
            </a:r>
            <a:endParaRPr lang="tr-TR" dirty="0"/>
          </a:p>
          <a:p>
            <a:pPr lvl="1"/>
            <a:r>
              <a:rPr lang="tr-TR" dirty="0" err="1"/>
              <a:t>winget</a:t>
            </a:r>
            <a:r>
              <a:rPr lang="tr-TR" dirty="0"/>
              <a:t> </a:t>
            </a:r>
            <a:r>
              <a:rPr lang="tr-TR" dirty="0" err="1"/>
              <a:t>install</a:t>
            </a:r>
            <a:r>
              <a:rPr lang="tr-TR" dirty="0"/>
              <a:t> Microsoft.OpenJDK.21</a:t>
            </a:r>
          </a:p>
          <a:p>
            <a:pPr marL="457200" lvl="1" indent="0">
              <a:buNone/>
            </a:pPr>
            <a:endParaRPr lang="tr-TR" dirty="0"/>
          </a:p>
          <a:p>
            <a:r>
              <a:rPr lang="tr-TR" dirty="0"/>
              <a:t>Java () nasıl yükleniyor, </a:t>
            </a:r>
            <a:r>
              <a:rPr lang="tr-TR" dirty="0" err="1"/>
              <a:t>Google’den</a:t>
            </a:r>
            <a:r>
              <a:rPr lang="tr-TR" dirty="0"/>
              <a:t> ara</a:t>
            </a:r>
          </a:p>
          <a:p>
            <a:pPr lvl="1"/>
            <a:endParaRPr lang="tr-TR" dirty="0"/>
          </a:p>
          <a:p>
            <a:r>
              <a:rPr lang="tr-TR" dirty="0">
                <a:solidFill>
                  <a:prstClr val="black"/>
                </a:solidFill>
              </a:rPr>
              <a:t>Sonra Bilgisayara bir «IDE» yükle</a:t>
            </a:r>
          </a:p>
          <a:p>
            <a:r>
              <a:rPr lang="tr-TR" dirty="0"/>
              <a:t>Hangi programlar kullanılarak program yazılır?</a:t>
            </a:r>
          </a:p>
          <a:p>
            <a:pPr lvl="1">
              <a:defRPr/>
            </a:pP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Java  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IntelliJIDEA</a:t>
            </a: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, VS 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Code</a:t>
            </a: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, 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Eclipse</a:t>
            </a: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, 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NetBeans</a:t>
            </a:r>
            <a:r>
              <a:rPr lang="tr-TR" sz="2300" dirty="0">
                <a:solidFill>
                  <a:prstClr val="black"/>
                </a:solidFill>
                <a:sym typeface="Wingdings" panose="05000000000000000000" pitchFamily="2" charset="2"/>
              </a:rPr>
              <a:t>, Visual </a:t>
            </a:r>
            <a:r>
              <a:rPr lang="tr-TR" sz="2300" dirty="0" err="1">
                <a:solidFill>
                  <a:prstClr val="black"/>
                </a:solidFill>
                <a:sym typeface="Wingdings" panose="05000000000000000000" pitchFamily="2" charset="2"/>
              </a:rPr>
              <a:t>Studio</a:t>
            </a:r>
            <a:r>
              <a:rPr lang="tr-TR" sz="2300" dirty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  <a:r>
              <a:rPr lang="tr-TR" sz="2300" dirty="0" err="1">
                <a:solidFill>
                  <a:prstClr val="black"/>
                </a:solidFill>
                <a:sym typeface="Wingdings" panose="05000000000000000000" pitchFamily="2" charset="2"/>
              </a:rPr>
              <a:t>Code</a:t>
            </a:r>
            <a:endParaRPr kumimoji="0" lang="tr-TR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Wingdings" panose="05000000000000000000" pitchFamily="2" charset="2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tr-TR" sz="1900" dirty="0">
              <a:solidFill>
                <a:prstClr val="black"/>
              </a:solidFill>
              <a:latin typeface="Aptos" panose="02110004020202020204"/>
              <a:sym typeface="Wingdings" panose="05000000000000000000" pitchFamily="2" charset="2"/>
            </a:endParaRPr>
          </a:p>
          <a:p>
            <a:pPr>
              <a:defRPr/>
            </a:pPr>
            <a:r>
              <a:rPr lang="tr-TR" sz="2700" dirty="0">
                <a:solidFill>
                  <a:prstClr val="black"/>
                </a:solidFill>
                <a:latin typeface="Aptos" panose="02110004020202020204"/>
                <a:sym typeface="Wingdings" panose="05000000000000000000" pitchFamily="2" charset="2"/>
              </a:rPr>
              <a:t>IDE: </a:t>
            </a:r>
            <a:r>
              <a:rPr lang="tr-TR" sz="2700" dirty="0" err="1">
                <a:solidFill>
                  <a:prstClr val="black"/>
                </a:solidFill>
                <a:latin typeface="Aptos" panose="02110004020202020204"/>
                <a:sym typeface="Wingdings" panose="05000000000000000000" pitchFamily="2" charset="2"/>
              </a:rPr>
              <a:t>integrated</a:t>
            </a:r>
            <a:r>
              <a:rPr lang="tr-TR" sz="2700" dirty="0">
                <a:solidFill>
                  <a:prstClr val="black"/>
                </a:solidFill>
                <a:latin typeface="Aptos" panose="02110004020202020204"/>
                <a:sym typeface="Wingdings" panose="05000000000000000000" pitchFamily="2" charset="2"/>
              </a:rPr>
              <a:t> Development Environment</a:t>
            </a:r>
          </a:p>
          <a:p>
            <a:pPr lvl="1">
              <a:defRPr/>
            </a:pPr>
            <a:r>
              <a:rPr lang="tr-TR" sz="2300" dirty="0">
                <a:solidFill>
                  <a:prstClr val="black"/>
                </a:solidFill>
                <a:latin typeface="Aptos" panose="02110004020202020204"/>
                <a:sym typeface="Wingdings" panose="05000000000000000000" pitchFamily="2" charset="2"/>
              </a:rPr>
              <a:t>İçinde program yazdığın program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0F66205-239E-7A9C-B089-FCBE8A606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A18FA-F30F-4A34-A5F2-5F6B237A9E7A}" type="datetime1">
              <a:rPr lang="tr-TR" smtClean="0"/>
              <a:t>25.09.2026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4F543BA-7126-99E2-BF4F-A6272BE5E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5E85EF0-01CB-7858-B160-5A4504C5D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34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62927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A2E52-8BEF-A56F-EE51-B3DB1CCDA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0AD6613-890C-10EA-5ADC-E824064FC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979920" cy="726256"/>
          </a:xfrm>
        </p:spPr>
        <p:txBody>
          <a:bodyPr>
            <a:normAutofit/>
          </a:bodyPr>
          <a:lstStyle/>
          <a:p>
            <a:r>
              <a:rPr lang="tr-TR" sz="3600" dirty="0"/>
              <a:t>C# (Si </a:t>
            </a:r>
            <a:r>
              <a:rPr lang="tr-TR" sz="3600" dirty="0" err="1"/>
              <a:t>Şarp</a:t>
            </a:r>
            <a:r>
              <a:rPr lang="tr-TR" sz="3600" dirty="0"/>
              <a:t>) .NET </a:t>
            </a:r>
            <a:r>
              <a:rPr lang="tr-TR" sz="2400" dirty="0">
                <a:solidFill>
                  <a:schemeClr val="bg2">
                    <a:lumMod val="50000"/>
                  </a:schemeClr>
                </a:solidFill>
              </a:rPr>
              <a:t>(Bilgisayarımıza Yüklüyoruz)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AE8BE1D-41B3-916A-8AD5-6067F8D1B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091382"/>
            <a:ext cx="7253748" cy="5220928"/>
          </a:xfrm>
        </p:spPr>
        <p:txBody>
          <a:bodyPr>
            <a:normAutofit fontScale="92500" lnSpcReduction="10000"/>
          </a:bodyPr>
          <a:lstStyle/>
          <a:p>
            <a:r>
              <a:rPr lang="tr-TR" dirty="0">
                <a:solidFill>
                  <a:prstClr val="black"/>
                </a:solidFill>
              </a:rPr>
              <a:t>Önce Bilgisayara Compiler / </a:t>
            </a:r>
            <a:r>
              <a:rPr lang="tr-TR" dirty="0" err="1">
                <a:solidFill>
                  <a:prstClr val="black"/>
                </a:solidFill>
              </a:rPr>
              <a:t>interpreter</a:t>
            </a:r>
            <a:r>
              <a:rPr lang="tr-TR" dirty="0">
                <a:solidFill>
                  <a:prstClr val="black"/>
                </a:solidFill>
              </a:rPr>
              <a:t> yükle</a:t>
            </a:r>
          </a:p>
          <a:p>
            <a:pPr lvl="1"/>
            <a:r>
              <a:rPr lang="tr-TR" dirty="0">
                <a:hlinkClick r:id="rId2"/>
              </a:rPr>
              <a:t>https://dotnet.microsoft.com/en-us/download</a:t>
            </a:r>
            <a:endParaRPr lang="tr-TR" dirty="0"/>
          </a:p>
          <a:p>
            <a:pPr lvl="1"/>
            <a:endParaRPr lang="tr-TR" dirty="0"/>
          </a:p>
          <a:p>
            <a:pPr marL="0" indent="0">
              <a:buNone/>
            </a:pPr>
            <a:r>
              <a:rPr lang="tr-TR" sz="2400" dirty="0"/>
              <a:t>Not: Visual </a:t>
            </a:r>
            <a:r>
              <a:rPr lang="tr-TR" sz="2400" dirty="0" err="1"/>
              <a:t>Studio’yu</a:t>
            </a:r>
            <a:r>
              <a:rPr lang="tr-TR" sz="2400" dirty="0"/>
              <a:t> yüklediğin zaman, .NET </a:t>
            </a:r>
            <a:r>
              <a:rPr lang="tr-TR" sz="2400" dirty="0" err="1"/>
              <a:t>compiler</a:t>
            </a:r>
            <a:r>
              <a:rPr lang="tr-TR" sz="2400" dirty="0"/>
              <a:t>/</a:t>
            </a:r>
            <a:r>
              <a:rPr lang="tr-TR" sz="2400" dirty="0" err="1"/>
              <a:t>interpreterini</a:t>
            </a:r>
            <a:r>
              <a:rPr lang="tr-TR" sz="2400" dirty="0"/>
              <a:t> de kendisi yüklüyor. Senin ayrıca yüklemene gerek yok. VS </a:t>
            </a:r>
            <a:r>
              <a:rPr lang="tr-TR" sz="2400" dirty="0" err="1"/>
              <a:t>Code</a:t>
            </a:r>
            <a:r>
              <a:rPr lang="tr-TR" sz="2400" dirty="0"/>
              <a:t> veya </a:t>
            </a:r>
            <a:r>
              <a:rPr lang="tr-TR" sz="2400" dirty="0" err="1"/>
              <a:t>Rider</a:t>
            </a:r>
            <a:r>
              <a:rPr lang="tr-TR" sz="2400" dirty="0"/>
              <a:t> kullanacaksan, o zaman kendin yüklemen lazım.</a:t>
            </a:r>
          </a:p>
          <a:p>
            <a:pPr lvl="1"/>
            <a:endParaRPr lang="tr-TR" dirty="0"/>
          </a:p>
          <a:p>
            <a:r>
              <a:rPr lang="tr-TR" dirty="0">
                <a:solidFill>
                  <a:prstClr val="black"/>
                </a:solidFill>
              </a:rPr>
              <a:t>Sonra Bilgisayara bir «IDE» yükle</a:t>
            </a:r>
          </a:p>
          <a:p>
            <a:r>
              <a:rPr lang="tr-TR" dirty="0"/>
              <a:t>Hangi programlar kullanılarak program yazılır?</a:t>
            </a:r>
          </a:p>
          <a:p>
            <a:pPr lvl="1">
              <a:defRPr/>
            </a:pP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C# .NET </a:t>
            </a: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 Visual 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Studio</a:t>
            </a: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, 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Rider</a:t>
            </a: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, Visual 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Studio</a:t>
            </a: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Code</a:t>
            </a:r>
            <a:endParaRPr kumimoji="0" lang="tr-TR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Wingdings" panose="05000000000000000000" pitchFamily="2" charset="2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tr-TR" sz="1900" dirty="0">
              <a:solidFill>
                <a:prstClr val="black"/>
              </a:solidFill>
              <a:latin typeface="Aptos" panose="02110004020202020204"/>
              <a:sym typeface="Wingdings" panose="05000000000000000000" pitchFamily="2" charset="2"/>
            </a:endParaRPr>
          </a:p>
          <a:p>
            <a:pPr>
              <a:defRPr/>
            </a:pPr>
            <a:r>
              <a:rPr lang="tr-TR" sz="2700" dirty="0">
                <a:solidFill>
                  <a:prstClr val="black"/>
                </a:solidFill>
                <a:latin typeface="Aptos" panose="02110004020202020204"/>
                <a:sym typeface="Wingdings" panose="05000000000000000000" pitchFamily="2" charset="2"/>
              </a:rPr>
              <a:t>IDE: </a:t>
            </a:r>
            <a:r>
              <a:rPr lang="tr-TR" sz="2700" dirty="0" err="1">
                <a:solidFill>
                  <a:prstClr val="black"/>
                </a:solidFill>
                <a:latin typeface="Aptos" panose="02110004020202020204"/>
                <a:sym typeface="Wingdings" panose="05000000000000000000" pitchFamily="2" charset="2"/>
              </a:rPr>
              <a:t>integrated</a:t>
            </a:r>
            <a:r>
              <a:rPr lang="tr-TR" sz="2700" dirty="0">
                <a:solidFill>
                  <a:prstClr val="black"/>
                </a:solidFill>
                <a:latin typeface="Aptos" panose="02110004020202020204"/>
                <a:sym typeface="Wingdings" panose="05000000000000000000" pitchFamily="2" charset="2"/>
              </a:rPr>
              <a:t> Development Environment</a:t>
            </a:r>
          </a:p>
          <a:p>
            <a:pPr lvl="1">
              <a:defRPr/>
            </a:pPr>
            <a:r>
              <a:rPr lang="tr-TR" sz="2300" dirty="0">
                <a:solidFill>
                  <a:prstClr val="black"/>
                </a:solidFill>
                <a:latin typeface="Aptos" panose="02110004020202020204"/>
                <a:sym typeface="Wingdings" panose="05000000000000000000" pitchFamily="2" charset="2"/>
              </a:rPr>
              <a:t>İçinde program yazdığın program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4C84FDC-8416-4CA8-563A-05587E605E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02040" y="487680"/>
            <a:ext cx="2956560" cy="2956560"/>
          </a:xfrm>
          <a:prstGeom prst="rect">
            <a:avLst/>
          </a:prstGeom>
        </p:spPr>
      </p:pic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7E1BE5E-4A79-B8F5-B2D5-F21318474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AF11C-9859-454C-A0DA-12524618C623}" type="datetime1">
              <a:rPr lang="tr-TR" smtClean="0"/>
              <a:t>25.09.2026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EA4D9EB-A1A2-A814-01CF-3DF9EB570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7CF7D7E-FBD0-CCF7-9145-743A8719A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35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158949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0F547-45DF-78B2-3F9A-CFCD5C74E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4023749-FD71-E1B3-71FB-F8379D15B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tr-TR" sz="3600" dirty="0" err="1"/>
              <a:t>Tutorial’ler</a:t>
            </a:r>
            <a:r>
              <a:rPr lang="tr-TR" sz="3600" dirty="0"/>
              <a:t> ve Online </a:t>
            </a:r>
            <a:r>
              <a:rPr lang="tr-TR" sz="3600" dirty="0" err="1"/>
              <a:t>Compiler’ler</a:t>
            </a:r>
            <a:endParaRPr lang="tr-TR" sz="36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AF95936-F272-5316-65F1-DE969D8F5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6427839" cy="5220928"/>
          </a:xfrm>
        </p:spPr>
        <p:txBody>
          <a:bodyPr>
            <a:normAutofit fontScale="85000" lnSpcReduction="20000"/>
          </a:bodyPr>
          <a:lstStyle/>
          <a:p>
            <a:endParaRPr lang="tr-TR" dirty="0"/>
          </a:p>
          <a:p>
            <a:r>
              <a:rPr lang="tr-TR" dirty="0"/>
              <a:t>Google ara: </a:t>
            </a:r>
            <a:r>
              <a:rPr lang="tr-TR" dirty="0" err="1"/>
              <a:t>Tutorial</a:t>
            </a:r>
            <a:r>
              <a:rPr lang="tr-TR" dirty="0"/>
              <a:t> Python Java C#</a:t>
            </a:r>
          </a:p>
          <a:p>
            <a:r>
              <a:rPr lang="tr-TR" dirty="0">
                <a:hlinkClick r:id="rId2"/>
              </a:rPr>
              <a:t>https://www.w3schools.com/</a:t>
            </a:r>
            <a:endParaRPr lang="tr-TR" dirty="0"/>
          </a:p>
          <a:p>
            <a:pPr lvl="2"/>
            <a:r>
              <a:rPr lang="tr-TR" sz="1800" dirty="0">
                <a:hlinkClick r:id="rId3"/>
              </a:rPr>
              <a:t>https://www.w3schools.com/python/</a:t>
            </a:r>
          </a:p>
          <a:p>
            <a:pPr lvl="2"/>
            <a:r>
              <a:rPr lang="tr-TR" sz="1800" dirty="0">
                <a:hlinkClick r:id="rId3"/>
              </a:rPr>
              <a:t>https://www.w3schools.com/java/</a:t>
            </a:r>
          </a:p>
          <a:p>
            <a:pPr lvl="2"/>
            <a:r>
              <a:rPr lang="tr-TR" sz="1800" dirty="0">
                <a:hlinkClick r:id="rId3"/>
              </a:rPr>
              <a:t>https://www.w3schools.com/cs/</a:t>
            </a:r>
            <a:endParaRPr lang="tr-TR" sz="1800" dirty="0"/>
          </a:p>
          <a:p>
            <a:pPr lvl="2"/>
            <a:r>
              <a:rPr lang="tr-TR" dirty="0">
                <a:hlinkClick r:id="rId4"/>
              </a:rPr>
              <a:t>www.w3schools.com</a:t>
            </a:r>
            <a:r>
              <a:rPr lang="tr-TR" dirty="0"/>
              <a:t> ‘da </a:t>
            </a:r>
            <a:r>
              <a:rPr lang="tr-TR" dirty="0" err="1"/>
              <a:t>compiler</a:t>
            </a:r>
            <a:r>
              <a:rPr lang="tr-TR" dirty="0"/>
              <a:t> de var</a:t>
            </a:r>
          </a:p>
          <a:p>
            <a:endParaRPr lang="tr-TR" dirty="0"/>
          </a:p>
          <a:p>
            <a:r>
              <a:rPr lang="tr-TR" dirty="0">
                <a:hlinkClick r:id="rId5"/>
              </a:rPr>
              <a:t>https://www.tutorialspoint.com/</a:t>
            </a:r>
            <a:r>
              <a:rPr lang="tr-TR" dirty="0"/>
              <a:t> </a:t>
            </a:r>
          </a:p>
          <a:p>
            <a:endParaRPr lang="tr-TR" dirty="0"/>
          </a:p>
          <a:p>
            <a:r>
              <a:rPr lang="tr-TR" dirty="0"/>
              <a:t>Google ara: Online Compiler</a:t>
            </a:r>
          </a:p>
          <a:p>
            <a:r>
              <a:rPr lang="tr-TR" dirty="0">
                <a:hlinkClick r:id="rId6"/>
              </a:rPr>
              <a:t>https://onecompiler.com/</a:t>
            </a:r>
            <a:endParaRPr lang="tr-TR" dirty="0"/>
          </a:p>
          <a:p>
            <a:pPr lvl="2"/>
            <a:r>
              <a:rPr lang="tr-TR" dirty="0"/>
              <a:t>Python</a:t>
            </a:r>
          </a:p>
          <a:p>
            <a:pPr lvl="2"/>
            <a:r>
              <a:rPr lang="tr-TR" dirty="0"/>
              <a:t>Java</a:t>
            </a:r>
          </a:p>
          <a:p>
            <a:pPr lvl="2"/>
            <a:r>
              <a:rPr lang="tr-TR" dirty="0"/>
              <a:t>C# .NET</a:t>
            </a:r>
          </a:p>
          <a:p>
            <a:pPr lvl="2"/>
            <a:r>
              <a:rPr lang="tr-TR" dirty="0"/>
              <a:t>Ve daha 100 tane dil</a:t>
            </a:r>
          </a:p>
          <a:p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99C374D-34D6-E4AC-59AA-047D51372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100A3-B5D3-4AF3-8C60-D4A6445A5245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7611111-84B4-B894-38BF-0660FDECB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3AA154E-BA7A-1B4F-81FA-2D04BAC0F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36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595834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91264-6D96-06DD-43A3-0665E7D25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6ABDC2E-5728-ADBB-99A2-B289F8FE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122420" cy="726256"/>
          </a:xfrm>
        </p:spPr>
        <p:txBody>
          <a:bodyPr>
            <a:normAutofit/>
          </a:bodyPr>
          <a:lstStyle/>
          <a:p>
            <a:r>
              <a:rPr lang="tr-TR" sz="3600" dirty="0" err="1"/>
              <a:t>Tutorial’ler</a:t>
            </a:r>
            <a:r>
              <a:rPr lang="tr-TR" sz="3600" dirty="0"/>
              <a:t> (Türkçe)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B555407-4CFA-CE6F-D7BA-4CB71CDCA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6427839" cy="5220928"/>
          </a:xfrm>
        </p:spPr>
        <p:txBody>
          <a:bodyPr>
            <a:normAutofit/>
          </a:bodyPr>
          <a:lstStyle/>
          <a:p>
            <a:endParaRPr lang="tr-TR" dirty="0"/>
          </a:p>
          <a:p>
            <a:r>
              <a:rPr lang="tr-TR" sz="2400" dirty="0"/>
              <a:t>Google ara: </a:t>
            </a:r>
            <a:r>
              <a:rPr lang="tr-TR" sz="2400" dirty="0" err="1"/>
              <a:t>Tutorial</a:t>
            </a:r>
            <a:r>
              <a:rPr lang="tr-TR" sz="2400" dirty="0"/>
              <a:t> Python Java C# Türkçe</a:t>
            </a:r>
          </a:p>
          <a:p>
            <a:endParaRPr lang="tr-TR" sz="2400" dirty="0"/>
          </a:p>
          <a:p>
            <a:endParaRPr lang="tr-TR" sz="2400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AFFA528-0D1A-DCDB-3730-5E18CE2EC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38EAB-DF79-497D-BA70-2B74B6C10086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C54326A-90F2-4D2D-69A8-1BD71CA1F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FECCD5D-0984-F866-AC3A-A1B0D65F7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37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35161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7B57B-9300-E57C-66AD-6C908B08C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86734C3-2D73-04A4-C019-BB54FE9CE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tr-TR" sz="3600" dirty="0"/>
              <a:t>Örnek, Giriş Seviyesinde Programlar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1A05703-6A98-91A7-E51B-D7F7A1E81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/>
          </a:bodyPr>
          <a:lstStyle/>
          <a:p>
            <a:r>
              <a:rPr lang="tr-TR" dirty="0"/>
              <a:t>Girdi-çıktı, </a:t>
            </a:r>
          </a:p>
          <a:p>
            <a:r>
              <a:rPr lang="tr-TR" dirty="0"/>
              <a:t>Değişkenler, veri tipleri ve dönüşümleri, </a:t>
            </a:r>
          </a:p>
          <a:p>
            <a:r>
              <a:rPr lang="tr-TR" dirty="0" err="1"/>
              <a:t>İf</a:t>
            </a:r>
            <a:r>
              <a:rPr lang="tr-TR" dirty="0"/>
              <a:t> / else-</a:t>
            </a:r>
            <a:r>
              <a:rPr lang="tr-TR" dirty="0" err="1"/>
              <a:t>if</a:t>
            </a:r>
            <a:r>
              <a:rPr lang="tr-TR" dirty="0"/>
              <a:t> / else, </a:t>
            </a:r>
          </a:p>
          <a:p>
            <a:r>
              <a:rPr lang="tr-TR" dirty="0" err="1"/>
              <a:t>for</a:t>
            </a:r>
            <a:r>
              <a:rPr lang="tr-TR" dirty="0"/>
              <a:t>, </a:t>
            </a:r>
          </a:p>
          <a:p>
            <a:r>
              <a:rPr lang="tr-TR" dirty="0" err="1"/>
              <a:t>while</a:t>
            </a:r>
            <a:r>
              <a:rPr lang="tr-TR" dirty="0"/>
              <a:t>, </a:t>
            </a:r>
          </a:p>
          <a:p>
            <a:r>
              <a:rPr lang="tr-TR" dirty="0"/>
              <a:t>Listeler / diziler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6CE4C68-A1D0-F3AF-C447-B0104E8DB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A8578-5729-4698-B75A-697A7B849C6B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898BBCD-9196-53CD-9DF5-B7CADDA2A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8BB5A43-B08E-683D-AC54-7573C7A48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38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806497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D3FC1-8D30-4A97-F423-80C08628C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538E21-726B-EB75-4507-8005DB146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6073"/>
          </a:xfrm>
        </p:spPr>
        <p:txBody>
          <a:bodyPr>
            <a:normAutofit fontScale="90000"/>
          </a:bodyPr>
          <a:lstStyle/>
          <a:p>
            <a:r>
              <a:rPr lang="tr-TR" sz="3600" dirty="0"/>
              <a:t>Örnek Kod:  «Değişkenler, veri tipleri ve dönüşümleri»</a:t>
            </a:r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85461A13-EC12-DD1F-951F-014A669F17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691442"/>
              </p:ext>
            </p:extLst>
          </p:nvPr>
        </p:nvGraphicFramePr>
        <p:xfrm>
          <a:off x="130281" y="914400"/>
          <a:ext cx="8232324" cy="4831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066">
                  <a:extLst>
                    <a:ext uri="{9D8B030D-6E8A-4147-A177-3AD203B41FA5}">
                      <a16:colId xmlns:a16="http://schemas.microsoft.com/office/drawing/2014/main" val="3268551095"/>
                    </a:ext>
                  </a:extLst>
                </a:gridCol>
                <a:gridCol w="6375355">
                  <a:extLst>
                    <a:ext uri="{9D8B030D-6E8A-4147-A177-3AD203B41FA5}">
                      <a16:colId xmlns:a16="http://schemas.microsoft.com/office/drawing/2014/main" val="67974902"/>
                    </a:ext>
                  </a:extLst>
                </a:gridCol>
                <a:gridCol w="980903">
                  <a:extLst>
                    <a:ext uri="{9D8B030D-6E8A-4147-A177-3AD203B41FA5}">
                      <a16:colId xmlns:a16="http://schemas.microsoft.com/office/drawing/2014/main" val="2283475704"/>
                    </a:ext>
                  </a:extLst>
                </a:gridCol>
              </a:tblGrid>
              <a:tr h="473725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Kod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Çıktı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96595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myNum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                  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integer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whole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number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myFloatNum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5.99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          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floating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point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number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myLetter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'D’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            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character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myBool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True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             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boolean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myText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6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Hello</a:t>
                      </a:r>
                      <a:r>
                        <a:rPr lang="tr-TR" sz="16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          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String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  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5</a:t>
                      </a:r>
                    </a:p>
                    <a:p>
                      <a:r>
                        <a:rPr lang="tr-TR" sz="1600" dirty="0"/>
                        <a:t>5.99</a:t>
                      </a:r>
                    </a:p>
                    <a:p>
                      <a:r>
                        <a:rPr lang="tr-TR" sz="1600" dirty="0"/>
                        <a:t>D</a:t>
                      </a:r>
                    </a:p>
                    <a:p>
                      <a:r>
                        <a:rPr lang="tr-TR" sz="1600" dirty="0"/>
                        <a:t>True</a:t>
                      </a:r>
                    </a:p>
                    <a:p>
                      <a:r>
                        <a:rPr lang="tr-TR" sz="1600" dirty="0" err="1"/>
                        <a:t>Hello</a:t>
                      </a:r>
                      <a:r>
                        <a:rPr lang="tr-TR" sz="16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001312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myNum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             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integer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whole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number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float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myFloatNum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5.99f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  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floating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point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number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myLetter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'D’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       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character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boolean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myBool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true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     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boolean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String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myText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6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Hello</a:t>
                      </a:r>
                      <a:r>
                        <a:rPr lang="tr-TR" sz="16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   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String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  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600" dirty="0">
                          <a:effectLst/>
                        </a:rPr>
                        <a:t>5</a:t>
                      </a:r>
                    </a:p>
                    <a:p>
                      <a:pPr>
                        <a:buNone/>
                      </a:pPr>
                      <a:r>
                        <a:rPr lang="tr-TR" sz="1600" dirty="0">
                          <a:effectLst/>
                        </a:rPr>
                        <a:t>5.99</a:t>
                      </a:r>
                    </a:p>
                    <a:p>
                      <a:pPr>
                        <a:buNone/>
                      </a:pPr>
                      <a:r>
                        <a:rPr lang="tr-TR" sz="1600" dirty="0">
                          <a:effectLst/>
                        </a:rPr>
                        <a:t>D</a:t>
                      </a:r>
                    </a:p>
                    <a:p>
                      <a:pPr>
                        <a:buNone/>
                      </a:pPr>
                      <a:r>
                        <a:rPr lang="tr-TR" sz="1600" dirty="0">
                          <a:effectLst/>
                        </a:rPr>
                        <a:t>True</a:t>
                      </a:r>
                    </a:p>
                    <a:p>
                      <a:pPr>
                        <a:buNone/>
                      </a:pPr>
                      <a:r>
                        <a:rPr lang="tr-TR" sz="1600" dirty="0" err="1">
                          <a:effectLst/>
                        </a:rPr>
                        <a:t>Hello</a:t>
                      </a:r>
                      <a:r>
                        <a:rPr lang="tr-TR" sz="1600" dirty="0">
                          <a:effectLst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925655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C#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myNum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             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integer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whole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number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double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myDoubleNum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5.99D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floating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point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number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myLetter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'D'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       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character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bool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myBool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true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        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boolean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string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myText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6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Hello</a:t>
                      </a:r>
                      <a:r>
                        <a:rPr lang="tr-TR" sz="16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   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string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  <a:p>
                      <a:r>
                        <a:rPr lang="tr-T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5.99</a:t>
                      </a:r>
                    </a:p>
                    <a:p>
                      <a:r>
                        <a:rPr lang="tr-T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  <a:p>
                      <a:r>
                        <a:rPr lang="tr-T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</a:p>
                    <a:p>
                      <a:r>
                        <a:rPr lang="tr-TR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Hello</a:t>
                      </a:r>
                      <a:endParaRPr lang="tr-T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477623"/>
                  </a:ext>
                </a:extLst>
              </a:tr>
            </a:tbl>
          </a:graphicData>
        </a:graphic>
      </p:graphicFrame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93CB9831-6032-D1A4-192A-25DF74AD7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1D5A-8F65-43FB-8387-B591ADB0FFD0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E74EA4E-ED84-7ED0-2E20-C62B7B49E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86280F2-1DCC-79D5-4D99-981AD704A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39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86673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82D9E-05E0-AC09-F530-66D5D4799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DC45F8B-0668-9C4E-DDE4-AE6391D39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9703" y="545690"/>
            <a:ext cx="2445774" cy="1620990"/>
          </a:xfrm>
        </p:spPr>
        <p:txBody>
          <a:bodyPr>
            <a:normAutofit/>
          </a:bodyPr>
          <a:lstStyle/>
          <a:p>
            <a:r>
              <a:rPr lang="tr-TR" sz="3600" dirty="0"/>
              <a:t>Örnek Kod: </a:t>
            </a:r>
            <a:br>
              <a:rPr lang="tr-TR" sz="3600" dirty="0"/>
            </a:br>
            <a:r>
              <a:rPr kumimoji="0" lang="tr-T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«</a:t>
            </a:r>
            <a:r>
              <a:rPr kumimoji="0" lang="tr-TR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if</a:t>
            </a:r>
            <a:r>
              <a:rPr kumimoji="0" lang="tr-T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/ else-</a:t>
            </a:r>
            <a:r>
              <a:rPr kumimoji="0" lang="tr-TR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if</a:t>
            </a:r>
            <a:r>
              <a:rPr kumimoji="0" lang="tr-T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/</a:t>
            </a:r>
            <a:br>
              <a:rPr kumimoji="0" lang="tr-T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kumimoji="0" lang="tr-T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else»</a:t>
            </a:r>
            <a:endParaRPr lang="tr-TR" sz="36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639F613-A9F1-EB8B-C7E8-D666710AF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A2E32EA2-6E7F-4964-D213-50D780B16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531546"/>
              </p:ext>
            </p:extLst>
          </p:nvPr>
        </p:nvGraphicFramePr>
        <p:xfrm>
          <a:off x="208934" y="218274"/>
          <a:ext cx="7273414" cy="6423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571">
                  <a:extLst>
                    <a:ext uri="{9D8B030D-6E8A-4147-A177-3AD203B41FA5}">
                      <a16:colId xmlns:a16="http://schemas.microsoft.com/office/drawing/2014/main" val="3268551095"/>
                    </a:ext>
                  </a:extLst>
                </a:gridCol>
                <a:gridCol w="4237908">
                  <a:extLst>
                    <a:ext uri="{9D8B030D-6E8A-4147-A177-3AD203B41FA5}">
                      <a16:colId xmlns:a16="http://schemas.microsoft.com/office/drawing/2014/main" val="67974902"/>
                    </a:ext>
                  </a:extLst>
                </a:gridCol>
                <a:gridCol w="2113935">
                  <a:extLst>
                    <a:ext uri="{9D8B030D-6E8A-4147-A177-3AD203B41FA5}">
                      <a16:colId xmlns:a16="http://schemas.microsoft.com/office/drawing/2014/main" val="2283475704"/>
                    </a:ext>
                  </a:extLst>
                </a:gridCol>
              </a:tblGrid>
              <a:tr h="255639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Kod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Çıktı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96595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 = </a:t>
                      </a:r>
                      <a:r>
                        <a:rPr lang="tr-TR" sz="12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200</a:t>
                      </a:r>
                      <a:endParaRPr lang="tr-TR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b = </a:t>
                      </a:r>
                      <a:r>
                        <a:rPr lang="tr-TR" sz="12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33</a:t>
                      </a:r>
                      <a:endParaRPr lang="tr-TR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endParaRPr lang="tr-TR" sz="1200" b="0" dirty="0">
                        <a:solidFill>
                          <a:srgbClr val="AF00D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b &gt; a: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</a:t>
                      </a:r>
                      <a:r>
                        <a:rPr lang="tr-TR" sz="12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2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"b is </a:t>
                      </a:r>
                      <a:r>
                        <a:rPr lang="tr-TR" sz="12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greater</a:t>
                      </a:r>
                      <a:r>
                        <a:rPr lang="tr-TR" sz="12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2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than</a:t>
                      </a:r>
                      <a:r>
                        <a:rPr lang="tr-TR" sz="12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 a"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elif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a == b: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</a:t>
                      </a:r>
                      <a:r>
                        <a:rPr lang="tr-TR" sz="12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2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"a </a:t>
                      </a:r>
                      <a:r>
                        <a:rPr lang="tr-TR" sz="12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and</a:t>
                      </a:r>
                      <a:r>
                        <a:rPr lang="tr-TR" sz="12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 b </a:t>
                      </a:r>
                      <a:r>
                        <a:rPr lang="tr-TR" sz="12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are</a:t>
                      </a:r>
                      <a:r>
                        <a:rPr lang="tr-TR" sz="12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2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equal</a:t>
                      </a:r>
                      <a:r>
                        <a:rPr lang="tr-TR" sz="12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else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</a:t>
                      </a:r>
                      <a:r>
                        <a:rPr lang="tr-TR" sz="12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2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"a is </a:t>
                      </a:r>
                      <a:r>
                        <a:rPr lang="tr-TR" sz="12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greater</a:t>
                      </a:r>
                      <a:r>
                        <a:rPr lang="tr-TR" sz="12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2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than</a:t>
                      </a:r>
                      <a:r>
                        <a:rPr lang="tr-TR" sz="12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 b"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 küçüktür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001312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2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2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200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2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2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33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b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tr-TR" sz="12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(b &gt; a) {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tr-TR" sz="12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System</a:t>
                      </a:r>
                      <a:r>
                        <a:rPr lang="tr-TR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2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out</a:t>
                      </a:r>
                      <a:r>
                        <a:rPr lang="tr-TR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2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println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2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"b büyüktür"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 </a:t>
                      </a:r>
                      <a:r>
                        <a:rPr lang="tr-TR" sz="1200" b="0" dirty="0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else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2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(b == a) {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tr-TR" sz="12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System</a:t>
                      </a:r>
                      <a:r>
                        <a:rPr lang="tr-TR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2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out</a:t>
                      </a:r>
                      <a:r>
                        <a:rPr lang="tr-TR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2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println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2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"b eşittir"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 </a:t>
                      </a:r>
                      <a:r>
                        <a:rPr lang="tr-TR" sz="1200" b="0" dirty="0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else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tr-TR" sz="12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System</a:t>
                      </a:r>
                      <a:r>
                        <a:rPr lang="tr-TR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2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out</a:t>
                      </a:r>
                      <a:r>
                        <a:rPr lang="tr-TR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2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println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2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"b küçüktür"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 küçüktür</a:t>
                      </a:r>
                    </a:p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925655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C#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1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1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200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1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1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33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endParaRPr lang="tr-TR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1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tr-TR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&gt; </a:t>
                      </a:r>
                      <a:r>
                        <a:rPr lang="tr-TR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 {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tr-TR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Console</a:t>
                      </a:r>
                      <a:r>
                        <a:rPr lang="tr-TR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WriteLine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1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"b büyüktür"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 </a:t>
                      </a:r>
                      <a:r>
                        <a:rPr lang="tr-TR" sz="1100" b="0" dirty="0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else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1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tr-TR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== </a:t>
                      </a:r>
                      <a:r>
                        <a:rPr lang="tr-TR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 {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tr-TR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Console</a:t>
                      </a:r>
                      <a:r>
                        <a:rPr lang="tr-TR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WriteLine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1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"b eşittir"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 </a:t>
                      </a:r>
                      <a:r>
                        <a:rPr lang="tr-TR" sz="1100" b="0" dirty="0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else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1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tr-TR" sz="1100" b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Console</a:t>
                      </a:r>
                      <a:r>
                        <a:rPr lang="tr-TR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WriteLine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1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"b küçüktür"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 küçüktür</a:t>
                      </a:r>
                    </a:p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477623"/>
                  </a:ext>
                </a:extLst>
              </a:tr>
            </a:tbl>
          </a:graphicData>
        </a:graphic>
      </p:graphicFrame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B0FF448-78A4-A509-A779-FACE32B55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0597F-D483-4BFD-B2B0-1D4F7E5A9B84}" type="datetime1">
              <a:rPr lang="tr-TR" smtClean="0"/>
              <a:t>25.09.2026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D35F8F4-27D4-5DA6-4E63-3E390D014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B1A4C6A-D3A2-990E-AC75-A1339341B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40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143611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48FFD-AB6A-8240-A90B-76F0B328C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55EEBDB-7BB6-E771-A980-01A924C8A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3503" y="984559"/>
            <a:ext cx="2475271" cy="824577"/>
          </a:xfrm>
        </p:spPr>
        <p:txBody>
          <a:bodyPr>
            <a:normAutofit fontScale="90000"/>
          </a:bodyPr>
          <a:lstStyle/>
          <a:p>
            <a:r>
              <a:rPr lang="tr-TR" sz="3600" dirty="0"/>
              <a:t>Örnek Kod: </a:t>
            </a:r>
            <a:r>
              <a:rPr kumimoji="0" lang="tr-T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«</a:t>
            </a:r>
            <a:r>
              <a:rPr kumimoji="0" lang="tr-TR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for</a:t>
            </a:r>
            <a:r>
              <a:rPr kumimoji="0" lang="tr-T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»</a:t>
            </a:r>
            <a:endParaRPr lang="tr-TR" sz="36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3EC5CEE-ACD3-6590-96EB-CB4022F07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480FD3D1-5EAD-A8BE-69AE-1B0A4ABC8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276133"/>
              </p:ext>
            </p:extLst>
          </p:nvPr>
        </p:nvGraphicFramePr>
        <p:xfrm>
          <a:off x="208934" y="914400"/>
          <a:ext cx="7519221" cy="4862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232">
                  <a:extLst>
                    <a:ext uri="{9D8B030D-6E8A-4147-A177-3AD203B41FA5}">
                      <a16:colId xmlns:a16="http://schemas.microsoft.com/office/drawing/2014/main" val="3268551095"/>
                    </a:ext>
                  </a:extLst>
                </a:gridCol>
                <a:gridCol w="5242526">
                  <a:extLst>
                    <a:ext uri="{9D8B030D-6E8A-4147-A177-3AD203B41FA5}">
                      <a16:colId xmlns:a16="http://schemas.microsoft.com/office/drawing/2014/main" val="67974902"/>
                    </a:ext>
                  </a:extLst>
                </a:gridCol>
                <a:gridCol w="1497463">
                  <a:extLst>
                    <a:ext uri="{9D8B030D-6E8A-4147-A177-3AD203B41FA5}">
                      <a16:colId xmlns:a16="http://schemas.microsoft.com/office/drawing/2014/main" val="2283475704"/>
                    </a:ext>
                  </a:extLst>
                </a:gridCol>
              </a:tblGrid>
              <a:tr h="473725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Kod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Çıktı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96595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i </a:t>
                      </a:r>
                      <a:r>
                        <a:rPr lang="tr-TR" sz="1800" b="0" dirty="0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in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8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range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8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tr-TR" sz="18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):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tr-TR" sz="18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0</a:t>
                      </a:r>
                    </a:p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1</a:t>
                      </a:r>
                    </a:p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2</a:t>
                      </a:r>
                    </a:p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3</a:t>
                      </a:r>
                    </a:p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001312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tr-TR" sz="18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8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8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i &lt; </a:t>
                      </a:r>
                      <a:r>
                        <a:rPr lang="tr-TR" sz="18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i++) {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tr-TR" sz="18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System</a:t>
                      </a:r>
                      <a:r>
                        <a:rPr lang="tr-TR" sz="18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8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out</a:t>
                      </a:r>
                      <a:r>
                        <a:rPr lang="tr-TR" sz="18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8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println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(i);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0</a:t>
                      </a:r>
                    </a:p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1</a:t>
                      </a:r>
                    </a:p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2</a:t>
                      </a:r>
                    </a:p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3</a:t>
                      </a:r>
                    </a:p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925655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C#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tr-TR" sz="18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8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8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</a:t>
                      </a:r>
                      <a:r>
                        <a:rPr lang="tr-TR" sz="18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 </a:t>
                      </a:r>
                      <a:r>
                        <a:rPr lang="tr-TR" sz="18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</a:t>
                      </a:r>
                      <a:r>
                        <a:rPr lang="tr-TR" sz="18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++) {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tr-TR" sz="18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Console</a:t>
                      </a:r>
                      <a:r>
                        <a:rPr lang="tr-TR" sz="18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8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WriteLine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8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0</a:t>
                      </a:r>
                    </a:p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1</a:t>
                      </a:r>
                    </a:p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2</a:t>
                      </a:r>
                    </a:p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3</a:t>
                      </a:r>
                    </a:p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477623"/>
                  </a:ext>
                </a:extLst>
              </a:tr>
            </a:tbl>
          </a:graphicData>
        </a:graphic>
      </p:graphicFrame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310F6D2-07C3-1BE5-47A9-D9A5CCA69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3EFAC-713B-4191-9ABC-0BBAF9FE73FC}" type="datetime1">
              <a:rPr lang="tr-TR" smtClean="0"/>
              <a:t>25.09.2026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EF480F4-785B-2F30-A59B-7319D66AB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CB2A10E-FCA8-8CBB-0283-FF7E46CA5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41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7895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DCA61-A9AA-9AF1-08B7-B7F0ECFB5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E122966-6A76-2358-334E-6CC877A2F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6073"/>
          </a:xfrm>
        </p:spPr>
        <p:txBody>
          <a:bodyPr>
            <a:normAutofit fontScale="90000"/>
          </a:bodyPr>
          <a:lstStyle/>
          <a:p>
            <a:r>
              <a:rPr lang="tr-TR" sz="3600" dirty="0"/>
              <a:t>Örnek Kod: «</a:t>
            </a:r>
            <a:r>
              <a:rPr lang="tr-TR" sz="3600" dirty="0" err="1"/>
              <a:t>while</a:t>
            </a:r>
            <a:r>
              <a:rPr lang="tr-TR" sz="3600" dirty="0"/>
              <a:t>»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661AEC0-3A90-3B65-486A-3103DED52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257D5A6B-3830-214A-0FDF-8994139E5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170171"/>
              </p:ext>
            </p:extLst>
          </p:nvPr>
        </p:nvGraphicFramePr>
        <p:xfrm>
          <a:off x="838200" y="914400"/>
          <a:ext cx="6880122" cy="53928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929">
                  <a:extLst>
                    <a:ext uri="{9D8B030D-6E8A-4147-A177-3AD203B41FA5}">
                      <a16:colId xmlns:a16="http://schemas.microsoft.com/office/drawing/2014/main" val="3268551095"/>
                    </a:ext>
                  </a:extLst>
                </a:gridCol>
                <a:gridCol w="4580017">
                  <a:extLst>
                    <a:ext uri="{9D8B030D-6E8A-4147-A177-3AD203B41FA5}">
                      <a16:colId xmlns:a16="http://schemas.microsoft.com/office/drawing/2014/main" val="67974902"/>
                    </a:ext>
                  </a:extLst>
                </a:gridCol>
                <a:gridCol w="1270176">
                  <a:extLst>
                    <a:ext uri="{9D8B030D-6E8A-4147-A177-3AD203B41FA5}">
                      <a16:colId xmlns:a16="http://schemas.microsoft.com/office/drawing/2014/main" val="2283475704"/>
                    </a:ext>
                  </a:extLst>
                </a:gridCol>
              </a:tblGrid>
              <a:tr h="473725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Kod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Çıktı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96595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 = </a:t>
                      </a:r>
                      <a:r>
                        <a:rPr lang="tr-T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endParaRPr lang="tr-TR" sz="1600" b="0" dirty="0">
                        <a:solidFill>
                          <a:srgbClr val="AF00D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i &lt; </a:t>
                      </a:r>
                      <a:r>
                        <a:rPr lang="tr-T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  </a:t>
                      </a:r>
                      <a:r>
                        <a:rPr lang="tr-TR" sz="16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(i)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  i += </a:t>
                      </a:r>
                      <a:r>
                        <a:rPr lang="tr-T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  <a:p>
                      <a:r>
                        <a:rPr lang="en-US" dirty="0"/>
                        <a:t>1</a:t>
                      </a:r>
                    </a:p>
                    <a:p>
                      <a:r>
                        <a:rPr lang="en-US" dirty="0"/>
                        <a:t>2</a:t>
                      </a:r>
                    </a:p>
                    <a:p>
                      <a:r>
                        <a:rPr lang="en-US" dirty="0"/>
                        <a:t>3</a:t>
                      </a:r>
                    </a:p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001312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endParaRPr lang="tr-TR" sz="1600" b="0" dirty="0">
                        <a:solidFill>
                          <a:srgbClr val="AF00D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(i &lt; </a:t>
                      </a:r>
                      <a:r>
                        <a:rPr lang="tr-T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 {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System</a:t>
                      </a:r>
                      <a:r>
                        <a:rPr lang="tr-TR" sz="16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out</a:t>
                      </a:r>
                      <a:r>
                        <a:rPr lang="tr-TR" sz="16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6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println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(i);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i++;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 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0</a:t>
                      </a:r>
                    </a:p>
                    <a:p>
                      <a:r>
                        <a:rPr lang="tr-TR" dirty="0"/>
                        <a:t>1</a:t>
                      </a:r>
                    </a:p>
                    <a:p>
                      <a:r>
                        <a:rPr lang="tr-TR" dirty="0"/>
                        <a:t>2</a:t>
                      </a:r>
                    </a:p>
                    <a:p>
                      <a:r>
                        <a:rPr lang="tr-TR" dirty="0"/>
                        <a:t>3</a:t>
                      </a:r>
                    </a:p>
                    <a:p>
                      <a:r>
                        <a:rPr lang="tr-T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925655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C#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endParaRPr lang="tr-TR" sz="1600" b="0" dirty="0">
                        <a:solidFill>
                          <a:srgbClr val="AF00D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tr-TR" sz="16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 </a:t>
                      </a:r>
                      <a:r>
                        <a:rPr lang="tr-T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 {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Console</a:t>
                      </a:r>
                      <a:r>
                        <a:rPr lang="tr-TR" sz="16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6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WriteLine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6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tr-TR" sz="16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++;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0</a:t>
                      </a:r>
                    </a:p>
                    <a:p>
                      <a:r>
                        <a:rPr lang="tr-TR" dirty="0"/>
                        <a:t>1</a:t>
                      </a:r>
                    </a:p>
                    <a:p>
                      <a:r>
                        <a:rPr lang="tr-TR" dirty="0"/>
                        <a:t>2</a:t>
                      </a:r>
                    </a:p>
                    <a:p>
                      <a:r>
                        <a:rPr lang="tr-TR" dirty="0"/>
                        <a:t>3</a:t>
                      </a:r>
                    </a:p>
                    <a:p>
                      <a:r>
                        <a:rPr lang="tr-T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477623"/>
                  </a:ext>
                </a:extLst>
              </a:tr>
            </a:tbl>
          </a:graphicData>
        </a:graphic>
      </p:graphicFrame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6AFD2F6-CB62-5EDD-031C-ACE38899E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34EA4-C8F4-4552-BADA-D01235E7140F}" type="datetime1">
              <a:rPr lang="tr-TR" smtClean="0"/>
              <a:t>25.09.2026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F3B8052-2193-5106-13CA-55D1BE21F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D084029-E8EF-8274-E4BD-3E4224233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42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171867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C300A-74E4-DB3D-4693-AD10CE3A6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793073D-C74E-CACB-022F-80D3DC1A8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6073"/>
          </a:xfrm>
        </p:spPr>
        <p:txBody>
          <a:bodyPr>
            <a:normAutofit fontScale="90000"/>
          </a:bodyPr>
          <a:lstStyle/>
          <a:p>
            <a:r>
              <a:rPr lang="tr-TR" sz="3600" dirty="0"/>
              <a:t>Örnek Kod: «listeler (diziler, </a:t>
            </a:r>
            <a:r>
              <a:rPr lang="tr-TR" sz="3600" dirty="0" err="1"/>
              <a:t>array’ler</a:t>
            </a:r>
            <a:r>
              <a:rPr lang="tr-TR" sz="3600"/>
              <a:t>)»</a:t>
            </a:r>
            <a:endParaRPr lang="tr-TR" sz="36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A41F4D6-EE52-4116-414F-B47D16D68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877758D8-352F-B6D2-DE5C-178B87C6D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879791"/>
              </p:ext>
            </p:extLst>
          </p:nvPr>
        </p:nvGraphicFramePr>
        <p:xfrm>
          <a:off x="106682" y="914400"/>
          <a:ext cx="8056416" cy="5333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7471">
                  <a:extLst>
                    <a:ext uri="{9D8B030D-6E8A-4147-A177-3AD203B41FA5}">
                      <a16:colId xmlns:a16="http://schemas.microsoft.com/office/drawing/2014/main" val="3268551095"/>
                    </a:ext>
                  </a:extLst>
                </a:gridCol>
                <a:gridCol w="6298587">
                  <a:extLst>
                    <a:ext uri="{9D8B030D-6E8A-4147-A177-3AD203B41FA5}">
                      <a16:colId xmlns:a16="http://schemas.microsoft.com/office/drawing/2014/main" val="67974902"/>
                    </a:ext>
                  </a:extLst>
                </a:gridCol>
                <a:gridCol w="850358">
                  <a:extLst>
                    <a:ext uri="{9D8B030D-6E8A-4147-A177-3AD203B41FA5}">
                      <a16:colId xmlns:a16="http://schemas.microsoft.com/office/drawing/2014/main" val="2283475704"/>
                    </a:ext>
                  </a:extLst>
                </a:gridCol>
              </a:tblGrid>
              <a:tr h="531865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Kod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Çıktı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96595"/>
                  </a:ext>
                </a:extLst>
              </a:tr>
              <a:tr h="1513245">
                <a:tc>
                  <a:txBody>
                    <a:bodyPr/>
                    <a:lstStyle/>
                    <a:p>
                      <a:r>
                        <a:rPr lang="tr-TR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meyveler = [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"üzüm"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"elma"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"muz"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"ayva"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"kiraz"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]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endParaRPr lang="tr-TR" sz="1400" b="0" dirty="0">
                        <a:solidFill>
                          <a:srgbClr val="AF00D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meyve </a:t>
                      </a:r>
                      <a:r>
                        <a:rPr lang="tr-TR" sz="1400" b="0" dirty="0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in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meyveler: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  </a:t>
                      </a:r>
                      <a:r>
                        <a:rPr lang="tr-TR" sz="14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(meyve)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400" dirty="0"/>
                        <a:t>üzüm</a:t>
                      </a:r>
                    </a:p>
                    <a:p>
                      <a:r>
                        <a:rPr lang="fi-FI" sz="1400" dirty="0"/>
                        <a:t>elma</a:t>
                      </a:r>
                    </a:p>
                    <a:p>
                      <a:r>
                        <a:rPr lang="fi-FI" sz="1400" dirty="0"/>
                        <a:t>muz</a:t>
                      </a:r>
                    </a:p>
                    <a:p>
                      <a:r>
                        <a:rPr lang="fi-FI" sz="1400" dirty="0"/>
                        <a:t>ayva</a:t>
                      </a:r>
                    </a:p>
                    <a:p>
                      <a:r>
                        <a:rPr lang="fi-FI" sz="1400" dirty="0"/>
                        <a:t>kiraz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001312"/>
                  </a:ext>
                </a:extLst>
              </a:tr>
              <a:tr h="1577751">
                <a:tc>
                  <a:txBody>
                    <a:bodyPr/>
                    <a:lstStyle/>
                    <a:p>
                      <a:r>
                        <a:rPr lang="tr-TR" dirty="0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String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[] meyveler = {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"üzüm"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"elma"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"muz"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"ayva"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"kiraz"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endParaRPr lang="tr-TR" sz="1400" b="0" dirty="0">
                        <a:solidFill>
                          <a:srgbClr val="AF00D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tr-TR" sz="14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4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4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i &lt; 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meyveler.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length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i++) {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System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out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4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println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(meyveler[i]);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400" dirty="0"/>
                        <a:t>üzüm</a:t>
                      </a:r>
                    </a:p>
                    <a:p>
                      <a:r>
                        <a:rPr lang="fi-FI" sz="1400" dirty="0"/>
                        <a:t>elma</a:t>
                      </a:r>
                    </a:p>
                    <a:p>
                      <a:r>
                        <a:rPr lang="fi-FI" sz="1400" dirty="0"/>
                        <a:t>muz</a:t>
                      </a:r>
                    </a:p>
                    <a:p>
                      <a:r>
                        <a:rPr lang="fi-FI" sz="1400" dirty="0"/>
                        <a:t>ayva</a:t>
                      </a:r>
                    </a:p>
                    <a:p>
                      <a:r>
                        <a:rPr lang="fi-FI" sz="1400" dirty="0"/>
                        <a:t>kiraz</a:t>
                      </a:r>
                      <a:endParaRPr lang="tr-T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925655"/>
                  </a:ext>
                </a:extLst>
              </a:tr>
              <a:tr h="1710542">
                <a:tc>
                  <a:txBody>
                    <a:bodyPr/>
                    <a:lstStyle/>
                    <a:p>
                      <a:r>
                        <a:rPr lang="tr-TR" dirty="0"/>
                        <a:t>C#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string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[] </a:t>
                      </a:r>
                      <a:r>
                        <a:rPr lang="tr-TR" sz="14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meyveler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{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"üzüm"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"elma"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"muz"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"ayva"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"kiraz"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endParaRPr lang="tr-TR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tr-TR" sz="14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4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4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</a:t>
                      </a:r>
                      <a:r>
                        <a:rPr lang="tr-TR" sz="14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 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meyveler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Length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</a:t>
                      </a:r>
                      <a:r>
                        <a:rPr lang="tr-TR" sz="14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++) {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Console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4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WriteLine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4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meyveler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tr-TR" sz="14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]);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400" dirty="0"/>
                        <a:t>üzüm</a:t>
                      </a:r>
                    </a:p>
                    <a:p>
                      <a:r>
                        <a:rPr lang="fi-FI" sz="1400" dirty="0"/>
                        <a:t>elma</a:t>
                      </a:r>
                    </a:p>
                    <a:p>
                      <a:r>
                        <a:rPr lang="fi-FI" sz="1400" dirty="0"/>
                        <a:t>muz</a:t>
                      </a:r>
                    </a:p>
                    <a:p>
                      <a:r>
                        <a:rPr lang="fi-FI" sz="1400" dirty="0"/>
                        <a:t>ayva</a:t>
                      </a:r>
                    </a:p>
                    <a:p>
                      <a:r>
                        <a:rPr lang="fi-FI" sz="1400" dirty="0"/>
                        <a:t>kiraz</a:t>
                      </a:r>
                      <a:endParaRPr lang="tr-T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477623"/>
                  </a:ext>
                </a:extLst>
              </a:tr>
            </a:tbl>
          </a:graphicData>
        </a:graphic>
      </p:graphicFrame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5909B78-C1E6-09EE-9FE2-4A74B3BB8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9749A-2EB7-4F9E-AD7B-0F3BBF606F33}" type="datetime1">
              <a:rPr lang="tr-TR" smtClean="0"/>
              <a:t>25.09.2026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F324357-792F-086F-1E3A-3ACBF41A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AD3311C-FD42-8D88-ADC7-B51869F3E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43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074412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793B5-9DBE-862C-4102-96EA9F556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4FE07AF-28AE-C126-54DB-9483B95F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9476" y="448700"/>
            <a:ext cx="2622755" cy="1035971"/>
          </a:xfrm>
        </p:spPr>
        <p:txBody>
          <a:bodyPr>
            <a:normAutofit fontScale="90000"/>
          </a:bodyPr>
          <a:lstStyle/>
          <a:p>
            <a:r>
              <a:rPr lang="tr-TR" sz="3600" dirty="0"/>
              <a:t>Örnek Kod: </a:t>
            </a:r>
            <a:r>
              <a:rPr lang="tr-TR" sz="3600"/>
              <a:t>«Girdi-Çıktı</a:t>
            </a:r>
            <a:r>
              <a:rPr lang="tr-TR" sz="3600" dirty="0"/>
              <a:t>»</a:t>
            </a:r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17ACDD25-961F-2E2D-3624-150D6D9BB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728753"/>
              </p:ext>
            </p:extLst>
          </p:nvPr>
        </p:nvGraphicFramePr>
        <p:xfrm>
          <a:off x="176982" y="309790"/>
          <a:ext cx="8288592" cy="6247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114">
                  <a:extLst>
                    <a:ext uri="{9D8B030D-6E8A-4147-A177-3AD203B41FA5}">
                      <a16:colId xmlns:a16="http://schemas.microsoft.com/office/drawing/2014/main" val="3268551095"/>
                    </a:ext>
                  </a:extLst>
                </a:gridCol>
                <a:gridCol w="5294188">
                  <a:extLst>
                    <a:ext uri="{9D8B030D-6E8A-4147-A177-3AD203B41FA5}">
                      <a16:colId xmlns:a16="http://schemas.microsoft.com/office/drawing/2014/main" val="67974902"/>
                    </a:ext>
                  </a:extLst>
                </a:gridCol>
                <a:gridCol w="1917290">
                  <a:extLst>
                    <a:ext uri="{9D8B030D-6E8A-4147-A177-3AD203B41FA5}">
                      <a16:colId xmlns:a16="http://schemas.microsoft.com/office/drawing/2014/main" val="2283475704"/>
                    </a:ext>
                  </a:extLst>
                </a:gridCol>
              </a:tblGrid>
              <a:tr h="344788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Çıktı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96595"/>
                  </a:ext>
                </a:extLst>
              </a:tr>
              <a:tr h="1310560">
                <a:tc>
                  <a:txBody>
                    <a:bodyPr/>
                    <a:lstStyle/>
                    <a:p>
                      <a:r>
                        <a:rPr lang="tr-TR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4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Enter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4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your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 name:"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name = </a:t>
                      </a:r>
                      <a:r>
                        <a:rPr lang="tr-TR" sz="14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input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4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f</a:t>
                      </a:r>
                      <a:r>
                        <a:rPr lang="tr-TR" sz="14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"Hello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4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name</a:t>
                      </a:r>
                      <a:r>
                        <a:rPr lang="tr-TR" sz="14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Enter your name:</a:t>
                      </a:r>
                    </a:p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Harun</a:t>
                      </a:r>
                    </a:p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Hello Harun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001312"/>
                  </a:ext>
                </a:extLst>
              </a:tr>
              <a:tr h="2465421">
                <a:tc>
                  <a:txBody>
                    <a:bodyPr/>
                    <a:lstStyle/>
                    <a:p>
                      <a:r>
                        <a:rPr lang="tr-TR" dirty="0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Scanner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myObj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4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new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4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Scanner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4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System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4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in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String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userName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System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out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4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println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4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Enter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4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username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 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userName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myObj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4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nextLine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();   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System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out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4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println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4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Username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 is: 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+ 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userName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Enter username</a:t>
                      </a:r>
                    </a:p>
                    <a:p>
                      <a:r>
                        <a:rPr lang="en-US" sz="1400" dirty="0"/>
                        <a:t>Harun</a:t>
                      </a:r>
                    </a:p>
                    <a:p>
                      <a:r>
                        <a:rPr lang="en-US" sz="1400" dirty="0"/>
                        <a:t>Username is: Harun</a:t>
                      </a:r>
                    </a:p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925655"/>
                  </a:ext>
                </a:extLst>
              </a:tr>
              <a:tr h="2106064">
                <a:tc>
                  <a:txBody>
                    <a:bodyPr/>
                    <a:lstStyle/>
                    <a:p>
                      <a:r>
                        <a:rPr lang="tr-TR" dirty="0"/>
                        <a:t>C#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Console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4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WriteLine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4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Enter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4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username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:"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string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userName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Console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4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ReadLine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Console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4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WriteLine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4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Username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 is: 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+ 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userName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Enter username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Harun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Username is: Harun</a:t>
                      </a:r>
                    </a:p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477623"/>
                  </a:ext>
                </a:extLst>
              </a:tr>
            </a:tbl>
          </a:graphicData>
        </a:graphic>
      </p:graphicFrame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A24EB9F2-9AE5-F39A-7E93-398267905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7920D-3E93-4E06-A30C-5B5C0E8598E5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163D459-730E-F24D-E17C-2BB8CE0DD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C0B0865-861A-6CD6-0281-C1CD7F17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44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573594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9F843-5E61-E26D-0F00-AAF22D047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5B5A526-37A7-5F07-8B4A-BAF80717E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tr-TR" sz="3600" dirty="0"/>
              <a:t>Bu seminerde neler yoktur?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73941DE-B440-F903-502F-E07C0EBD5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 fontScale="92500" lnSpcReduction="10000"/>
          </a:bodyPr>
          <a:lstStyle/>
          <a:p>
            <a:r>
              <a:rPr lang="tr-TR" dirty="0"/>
              <a:t>İleri veri yapıları</a:t>
            </a:r>
          </a:p>
          <a:p>
            <a:pPr lvl="1"/>
            <a:r>
              <a:rPr lang="tr-TR" dirty="0"/>
              <a:t>Set</a:t>
            </a:r>
          </a:p>
          <a:p>
            <a:pPr lvl="1"/>
            <a:r>
              <a:rPr lang="tr-TR" dirty="0" err="1"/>
              <a:t>Map</a:t>
            </a:r>
            <a:endParaRPr lang="tr-TR" dirty="0"/>
          </a:p>
          <a:p>
            <a:pPr lvl="1"/>
            <a:r>
              <a:rPr lang="tr-TR" dirty="0" err="1"/>
              <a:t>Tuple</a:t>
            </a:r>
            <a:endParaRPr lang="tr-TR" dirty="0"/>
          </a:p>
          <a:p>
            <a:r>
              <a:rPr lang="tr-TR" dirty="0"/>
              <a:t>Dosya okumalar</a:t>
            </a:r>
          </a:p>
          <a:p>
            <a:r>
              <a:rPr lang="tr-TR" dirty="0"/>
              <a:t>Sınıflar (Class)</a:t>
            </a:r>
          </a:p>
          <a:p>
            <a:r>
              <a:rPr lang="tr-TR" dirty="0"/>
              <a:t>Ve daha bir çok şey</a:t>
            </a:r>
          </a:p>
          <a:p>
            <a:r>
              <a:rPr lang="tr-TR" dirty="0"/>
              <a:t>(Gerçi onlar da kolaydır, zor değil)</a:t>
            </a:r>
          </a:p>
          <a:p>
            <a:endParaRPr lang="tr-TR" dirty="0"/>
          </a:p>
          <a:p>
            <a:r>
              <a:rPr lang="tr-TR" dirty="0"/>
              <a:t>Ara Yüz (</a:t>
            </a:r>
            <a:r>
              <a:rPr lang="tr-TR" dirty="0" err="1"/>
              <a:t>interface</a:t>
            </a:r>
            <a:r>
              <a:rPr lang="tr-TR" dirty="0"/>
              <a:t>) yazma:</a:t>
            </a:r>
          </a:p>
          <a:p>
            <a:pPr lvl="1"/>
            <a:r>
              <a:rPr lang="tr-TR" dirty="0"/>
              <a:t>Web’de, </a:t>
            </a:r>
          </a:p>
          <a:p>
            <a:pPr lvl="1"/>
            <a:r>
              <a:rPr lang="tr-TR" dirty="0"/>
              <a:t>masa üstünde, </a:t>
            </a:r>
          </a:p>
          <a:p>
            <a:pPr lvl="1"/>
            <a:r>
              <a:rPr lang="tr-TR" dirty="0"/>
              <a:t>cep telefonunda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9A88FA0-83E5-BF15-70A4-C3104781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92EB0-EBAD-438A-B064-5F30060F1D41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72200F0-A375-78CC-F4FB-5D84F1E91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B7A5F5F-2E40-3DED-078C-608BDCF26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45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33956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187F3-1E97-E8B7-D0F5-726C98774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0F77567-A569-7A61-D5E1-7F0603E81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tr-TR" sz="3600" dirty="0"/>
              <a:t>Bundan sonraki adım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D8B09B8-DDF8-8563-058A-E9F7EBD70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020"/>
            <a:ext cx="10515600" cy="5009290"/>
          </a:xfrm>
        </p:spPr>
        <p:txBody>
          <a:bodyPr>
            <a:normAutofit/>
          </a:bodyPr>
          <a:lstStyle/>
          <a:p>
            <a:r>
              <a:rPr lang="tr-TR" dirty="0"/>
              <a:t>Eğer bu seminer beğenilirse, faydalı görülürse, o zaman devamı da hazırlanabilir. Talebe bağlı.</a:t>
            </a:r>
          </a:p>
          <a:p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FA8F0DE-0EC7-90B8-9AC6-FB66D93CB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13B1C-06ED-4B08-8DAE-68BE84972603}" type="datetime1">
              <a:rPr lang="tr-TR" smtClean="0"/>
              <a:t>25.09.2026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624F7CA-7DE4-AEC2-37EB-37C5035DB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85AE4FA-0090-45E8-A0D8-EB5028EBA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46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889497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E59DB-CE48-E2B8-E091-54AF135A9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55E2F0B-990D-0648-DBCD-66353CCDF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045" y="2408902"/>
            <a:ext cx="10515600" cy="1455175"/>
          </a:xfrm>
        </p:spPr>
        <p:txBody>
          <a:bodyPr>
            <a:normAutofit/>
          </a:bodyPr>
          <a:lstStyle/>
          <a:p>
            <a:pPr algn="ctr"/>
            <a:r>
              <a:rPr lang="tr-TR" sz="4800" dirty="0"/>
              <a:t>Sabırla izlediğiniz için teşekkür ederiz!</a:t>
            </a:r>
          </a:p>
          <a:p>
            <a:pPr algn="ctr"/>
            <a:endParaRPr lang="tr-TR" sz="4800" dirty="0"/>
          </a:p>
        </p:txBody>
      </p:sp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A6E549C8-520A-BFFF-F177-BEE5CBFBF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3AAC5-8CDF-4095-BD1F-1322883AC1B0}" type="datetime1">
              <a:rPr lang="tr-TR" smtClean="0"/>
              <a:t>25.09.2026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564434AA-A919-0D9B-6D5D-D31D224A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5C13B5C-6512-5FF2-90EF-8AE7B8B9F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47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31446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</TotalTime>
  <Words>2886</Words>
  <Application>Microsoft Office PowerPoint</Application>
  <PresentationFormat>Geniş ekran</PresentationFormat>
  <Paragraphs>677</Paragraphs>
  <Slides>47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47</vt:i4>
      </vt:variant>
    </vt:vector>
  </HeadingPairs>
  <TitlesOfParts>
    <vt:vector size="54" baseType="lpstr">
      <vt:lpstr>Aptos</vt:lpstr>
      <vt:lpstr>Aptos Display</vt:lpstr>
      <vt:lpstr>Arial</vt:lpstr>
      <vt:lpstr>Consolas</vt:lpstr>
      <vt:lpstr>Courier New</vt:lpstr>
      <vt:lpstr>Wingdings</vt:lpstr>
      <vt:lpstr>Office Teması</vt:lpstr>
      <vt:lpstr>Yazılıma ve Programlama Dillerine Giriş</vt:lpstr>
      <vt:lpstr>PowerPoint Sunusu</vt:lpstr>
      <vt:lpstr>PowerPoint Sunusu</vt:lpstr>
      <vt:lpstr>Türk Hava Yolları ile WhatsApp’ın karşılaştırması</vt:lpstr>
      <vt:lpstr>Sektörlerin karlılık oranlarının karşılaştırması</vt:lpstr>
      <vt:lpstr>Bu eğitim kimin içindir?</vt:lpstr>
      <vt:lpstr>Yazılımcı Hayatından Örnekler</vt:lpstr>
      <vt:lpstr>PowerPoint Sunusu</vt:lpstr>
      <vt:lpstr>PowerPoint Sunusu</vt:lpstr>
      <vt:lpstr>PowerPoint Sunusu</vt:lpstr>
      <vt:lpstr>PowerPoint Sunusu</vt:lpstr>
      <vt:lpstr>Yazılıma ve Programlama Dillerine Giriş</vt:lpstr>
      <vt:lpstr>Bu eğitimin/seminerin web sayfası</vt:lpstr>
      <vt:lpstr>Öğrenme kaynaklarımız nelerdir? </vt:lpstr>
      <vt:lpstr>Yazılım nerelerde ve nasıl kullanılır?</vt:lpstr>
      <vt:lpstr>Hangi programlama dili, hangi alanlarda, ne için kullanılır?</vt:lpstr>
      <vt:lpstr>Popüler Programlama dilleri hangileridir? </vt:lpstr>
      <vt:lpstr>StackOverflow Survey 2025 (2026 henüz çıkmamış)</vt:lpstr>
      <vt:lpstr>IEEE Spectrum Top Programming Languages 2025 (2026 henüz çıkmamış)</vt:lpstr>
      <vt:lpstr>TIOBE Index for September 2026</vt:lpstr>
      <vt:lpstr>RedMonk Language Ranking 2026 September</vt:lpstr>
      <vt:lpstr>RedMonk Language Ranking 2026 September</vt:lpstr>
      <vt:lpstr>Dynamic/Static ve Strong/Weak Diller</vt:lpstr>
      <vt:lpstr>Dynamic/Static ve Strong/Weak Diller</vt:lpstr>
      <vt:lpstr>Dynamic/Static ve Strong/Weak Diller</vt:lpstr>
      <vt:lpstr>Bir program nasıl ve nerede çalıştırılır?</vt:lpstr>
      <vt:lpstr>«Merhaba Dünya» programı ne demektir?</vt:lpstr>
      <vt:lpstr>«Merhaba Dünya» programı</vt:lpstr>
      <vt:lpstr>Örnek Kod:  «Merhaba Dünya programı»</vt:lpstr>
      <vt:lpstr>«Merhaba Dünya» programı</vt:lpstr>
      <vt:lpstr>Bilgisayarımızda yapmamız gereken ayarlar.</vt:lpstr>
      <vt:lpstr>Bu eğitimde hangi programlama dillerini göreceğiz? </vt:lpstr>
      <vt:lpstr>Python (Bilgisayarımıza Yüklüyoruz)</vt:lpstr>
      <vt:lpstr>Java (Bilgisayarımıza Yüklüyoruz)</vt:lpstr>
      <vt:lpstr>C# (Si Şarp) .NET (Bilgisayarımıza Yüklüyoruz)</vt:lpstr>
      <vt:lpstr>Tutorial’ler ve Online Compiler’ler</vt:lpstr>
      <vt:lpstr>Tutorial’ler (Türkçe)</vt:lpstr>
      <vt:lpstr>Örnek, Giriş Seviyesinde Programlar</vt:lpstr>
      <vt:lpstr>Örnek Kod:  «Değişkenler, veri tipleri ve dönüşümleri»</vt:lpstr>
      <vt:lpstr>Örnek Kod:  «if / else-if / else»</vt:lpstr>
      <vt:lpstr>Örnek Kod: «for»</vt:lpstr>
      <vt:lpstr>Örnek Kod: «while»</vt:lpstr>
      <vt:lpstr>Örnek Kod: «listeler (diziler, array’ler)»</vt:lpstr>
      <vt:lpstr>Örnek Kod: «Girdi-Çıktı»</vt:lpstr>
      <vt:lpstr>Bu seminerde neler yoktur?</vt:lpstr>
      <vt:lpstr>Bundan sonraki adım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Harun Altay</dc:creator>
  <cp:lastModifiedBy>Harun Altay</cp:lastModifiedBy>
  <cp:revision>2</cp:revision>
  <dcterms:created xsi:type="dcterms:W3CDTF">2026-09-20T12:02:05Z</dcterms:created>
  <dcterms:modified xsi:type="dcterms:W3CDTF">2026-09-25T07:19:23Z</dcterms:modified>
</cp:coreProperties>
</file>